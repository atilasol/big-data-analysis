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NOVA-IMS-Template-ppt-used-by-NOVA-IMS-college-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NOVA-IMS-Template-ppt-used-by-NOVA-IMS-college-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NOVA-IMS-Template-ppt-used-by-NOVA-IMS-college-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NOVA-IMS-Template-ppt-used-by-NOVA-IMS-college-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NOVA-IMS-Template-ppt-used-by-NOVA-IMS-college-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NOVA-IMS-Template-ppt-used-by-NOVA-IMS-college-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NOVA-IMS-Template-ppt-used-by-NOVA-IMS-college-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NOVA-IMS-Template-ppt-used-by-NOVA-IMS-college-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NOVA-IMS-Template-ppt-used-by-NOVA-IMS-college-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NOVA-IMS-Template-ppt-used-by-NOVA-IMS-college-1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NOVA-IMS-Template-ppt-used-by-NOVA-IMS-college-1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NOVA-IMS-Template-ppt-used-by-NOVA-IMS-college-1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NOVA-IMS-Template-ppt-used-by-NOVA-IMS-college-1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NOVA-IMS-Template-ppt-used-by-NOVA-IMS-college-1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NOVA-IMS-Template-ppt-used-by-NOVA-IMS-college-1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-NOVA-IMS-Template-ppt-used-by-NOVA-IMS-college-1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-NOVA-IMS-Template-ppt-used-by-NOVA-IMS-college-1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-NOVA-IMS-Template-ppt-used-by-NOVA-IMS-college-1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-NOVA-IMS-Template-ppt-used-by-NOVA-IMS-college-1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-NOVA-IMS-Template-ppt-used-by-NOVA-IMS-college-2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-NOVA-IMS-Template-ppt-used-by-NOVA-IMS-college-2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-NOVA-IMS-Template-ppt-used-by-NOVA-IMS-college-2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-NOVA-IMS-Template-ppt-used-by-NOVA-IMS-college-2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-NOVA-IMS-Template-ppt-used-by-NOVA-IMS-college-2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-NOVA-IMS-Template-ppt-used-by-NOVA-IMS-college-2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-NOVA-IMS-Template-ppt-used-by-NOVA-IMS-college-2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-NOVA-IMS-Template-ppt-used-by-NOVA-IMS-college-2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-NOVA-IMS-Template-ppt-used-by-NOVA-IMS-college-2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-NOVA-IMS-Template-ppt-used-by-NOVA-IMS-college-2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-NOVA-IMS-Template-ppt-used-by-NOVA-IMS-college-3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-NOVA-IMS-Template-ppt-used-by-NOVA-IMS-college-3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-NOVA-IMS-Template-ppt-used-by-NOVA-IMS-college-3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-NOVA-IMS-Template-ppt-used-by-NOVA-IMS-college-3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-NOVA-IMS-Template-ppt-used-by-NOVA-IMS-college-3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-NOVA-IMS-Template-ppt-used-by-NOVA-IMS-college-3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-NOVA-IMS-Template-ppt-used-by-NOVA-IMS-college-3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-NOVA-IMS-Template-ppt-used-by-NOVA-IMS-college-3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-NOVA-IMS-Template-ppt-used-by-NOVA-IMS-college-3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-NOVA-IMS-Template-ppt-used-by-NOVA-IMS-college-3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-NOVA-IMS-Template-ppt-used-by-NOVA-IMS-college-4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-NOVA-IMS-Template-ppt-used-by-NOVA-IMS-college-4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-NOVA-IMS-Template-ppt-used-by-NOVA-IMS-college-4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-NOVA-IMS-Template-ppt-used-by-NOVA-IMS-college-4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