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15"/>
  </p:notesMasterIdLst>
  <p:sldIdLst>
    <p:sldId id="333" r:id="rId5"/>
    <p:sldId id="320" r:id="rId6"/>
    <p:sldId id="323" r:id="rId7"/>
    <p:sldId id="300" r:id="rId8"/>
    <p:sldId id="278" r:id="rId9"/>
    <p:sldId id="334" r:id="rId10"/>
    <p:sldId id="332" r:id="rId11"/>
    <p:sldId id="298" r:id="rId12"/>
    <p:sldId id="299" r:id="rId13"/>
    <p:sldId id="303" r:id="rId14"/>
  </p:sldIdLst>
  <p:sldSz cx="12192000" cy="6858000"/>
  <p:notesSz cx="6858000" cy="9144000"/>
  <p:embeddedFontLst>
    <p:embeddedFont>
      <p:font typeface="Borna" panose="020B0604020202020204" charset="0"/>
      <p:regular r:id="rId16"/>
      <p:bold r:id="rId17"/>
      <p:italic r:id="rId18"/>
      <p:boldItalic r:id="rId19"/>
    </p:embeddedFont>
  </p:embeddedFont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2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pos="240" userDrawn="1">
          <p15:clr>
            <a:srgbClr val="A4A3A4"/>
          </p15:clr>
        </p15:guide>
        <p15:guide id="5" orient="horz" pos="3768" userDrawn="1">
          <p15:clr>
            <a:srgbClr val="A4A3A4"/>
          </p15:clr>
        </p15:guide>
        <p15:guide id="6" orient="horz" pos="288" userDrawn="1">
          <p15:clr>
            <a:srgbClr val="A4A3A4"/>
          </p15:clr>
        </p15:guide>
        <p15:guide id="7" orient="horz" pos="2376" userDrawn="1">
          <p15:clr>
            <a:srgbClr val="A4A3A4"/>
          </p15:clr>
        </p15:guide>
        <p15:guide id="8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D420E84-6950-B71C-A4EC-107E46476C59}" name="Inês Pais" initials="IP" userId="S::apais@novaims.unl.pt::b8b3dd50-c0c5-4386-beed-fc3feeb647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77FF"/>
    <a:srgbClr val="0EE071"/>
    <a:srgbClr val="007CD0"/>
    <a:srgbClr val="FF4011"/>
    <a:srgbClr val="F6DA00"/>
    <a:srgbClr val="FF009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6025A7-6E23-471F-AB1B-5D8FAE1D084C}" v="40" dt="2025-12-11T17:11:21.7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>
        <p:guide orient="horz" pos="2832"/>
        <p:guide pos="384"/>
        <p:guide pos="240"/>
        <p:guide orient="horz" pos="3768"/>
        <p:guide orient="horz" pos="288"/>
        <p:guide orient="horz" pos="2376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A36B7-C534-4C80-9258-C1AC80FFB3BE}" type="datetimeFigureOut">
              <a:rPr lang="pt-PT" smtClean="0"/>
              <a:t>11/12/2025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DD0EC-5F40-40A1-AA92-7DCEF98767A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15528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1DD0EC-5F40-40A1-AA92-7DCEF98767A7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27712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fundo br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EC4DD-F715-1310-48DA-201B9B22EA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85861"/>
            <a:ext cx="4830763" cy="29044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 spc="-150"/>
              <a:t>Vou </a:t>
            </a:r>
            <a:r>
              <a:rPr lang="en-US" spc="-150" err="1"/>
              <a:t>aqui</a:t>
            </a:r>
            <a:r>
              <a:rPr lang="en-US" spc="-150"/>
              <a:t> </a:t>
            </a:r>
            <a:r>
              <a:rPr lang="en-US" spc="-150" err="1"/>
              <a:t>escrever</a:t>
            </a:r>
            <a:r>
              <a:rPr lang="en-US" spc="-150"/>
              <a:t> um título </a:t>
            </a:r>
            <a:r>
              <a:rPr lang="en-US" spc="-150" err="1"/>
              <a:t>muito</a:t>
            </a:r>
            <a:r>
              <a:rPr lang="en-US" spc="-150"/>
              <a:t> </a:t>
            </a:r>
            <a:r>
              <a:rPr lang="en-US" spc="-150" err="1"/>
              <a:t>grande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11BEB-6D9E-9B35-A3DA-6BB46E3F0A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4379448"/>
            <a:ext cx="4830763" cy="5238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/>
              <a:t>Título </a:t>
            </a:r>
            <a:r>
              <a:rPr lang="en-US" err="1"/>
              <a:t>secundário</a:t>
            </a:r>
            <a:endParaRPr lang="pt-PT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4994375-F36C-BB2C-E18E-9C4A9AE01A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" y="5210201"/>
            <a:ext cx="4830763" cy="5238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Nome</a:t>
            </a:r>
            <a:endParaRPr lang="pt-PT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919B289-2908-4CF4-BEF5-B9384F4DAD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8" y="5823189"/>
            <a:ext cx="4830763" cy="315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>
                <a:latin typeface="+mn-lt"/>
              </a:defRPr>
            </a:lvl1pPr>
          </a:lstStyle>
          <a:p>
            <a:pPr lvl="0"/>
            <a:r>
              <a:rPr lang="en-US"/>
              <a:t>@novaims.unl.pt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972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3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fundo 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25EE26B-E162-B259-E608-298C69C4BD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85861"/>
            <a:ext cx="4830763" cy="29044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spc="-150"/>
              <a:t>Vou </a:t>
            </a:r>
            <a:r>
              <a:rPr lang="en-US" spc="-150" err="1"/>
              <a:t>aqui</a:t>
            </a:r>
            <a:r>
              <a:rPr lang="en-US" spc="-150"/>
              <a:t> </a:t>
            </a:r>
            <a:r>
              <a:rPr lang="en-US" spc="-150" err="1"/>
              <a:t>escrever</a:t>
            </a:r>
            <a:r>
              <a:rPr lang="en-US" spc="-150"/>
              <a:t> um título </a:t>
            </a:r>
            <a:r>
              <a:rPr lang="en-US" spc="-150" err="1"/>
              <a:t>muito</a:t>
            </a:r>
            <a:r>
              <a:rPr lang="en-US" spc="-150"/>
              <a:t> </a:t>
            </a:r>
            <a:r>
              <a:rPr lang="en-US" spc="-150" err="1"/>
              <a:t>grande</a:t>
            </a:r>
            <a:endParaRPr lang="pt-PT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3D86F7E-6156-6F6A-7771-FB154260E1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4379448"/>
            <a:ext cx="4830763" cy="5238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Título </a:t>
            </a:r>
            <a:r>
              <a:rPr lang="en-US" err="1"/>
              <a:t>secundário</a:t>
            </a:r>
            <a:endParaRPr lang="pt-PT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E647BEE-376A-02D9-0AE4-B85A313CDC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" y="5210201"/>
            <a:ext cx="4830763" cy="5238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Nome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41D1EE-98FF-B14A-62CF-FC32BA5F2C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8" y="5823189"/>
            <a:ext cx="4830763" cy="315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@novaims.unl.pt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22742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3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fundo ver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CA71B4B-0B2C-AF9E-0C23-5C51EA6F0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85861"/>
            <a:ext cx="4830763" cy="29044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 spc="-150"/>
              <a:t>Vou </a:t>
            </a:r>
            <a:r>
              <a:rPr lang="en-US" spc="-150" err="1"/>
              <a:t>aqui</a:t>
            </a:r>
            <a:r>
              <a:rPr lang="en-US" spc="-150"/>
              <a:t> </a:t>
            </a:r>
            <a:r>
              <a:rPr lang="en-US" spc="-150" err="1"/>
              <a:t>escrever</a:t>
            </a:r>
            <a:r>
              <a:rPr lang="en-US" spc="-150"/>
              <a:t> um título </a:t>
            </a:r>
            <a:r>
              <a:rPr lang="en-US" spc="-150" err="1"/>
              <a:t>muito</a:t>
            </a:r>
            <a:r>
              <a:rPr lang="en-US" spc="-150"/>
              <a:t> </a:t>
            </a:r>
            <a:r>
              <a:rPr lang="en-US" spc="-150" err="1"/>
              <a:t>grande</a:t>
            </a:r>
            <a:endParaRPr lang="pt-PT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8DE5D86-F41D-9672-5B74-F25492B08C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4379448"/>
            <a:ext cx="4830763" cy="5238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/>
              <a:t>Título </a:t>
            </a:r>
            <a:r>
              <a:rPr lang="en-US" err="1"/>
              <a:t>secundário</a:t>
            </a:r>
            <a:endParaRPr lang="pt-PT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441E593-622D-F9D0-E916-C3A6E287A9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" y="5210201"/>
            <a:ext cx="4830763" cy="5238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Nome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FB7916-F2FB-9CB8-B1E7-F7E05CC609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8" y="5823189"/>
            <a:ext cx="4830763" cy="315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>
                <a:latin typeface="+mn-lt"/>
              </a:defRPr>
            </a:lvl1pPr>
          </a:lstStyle>
          <a:p>
            <a:pPr lvl="0"/>
            <a:r>
              <a:rPr lang="en-US"/>
              <a:t>@novaims.unl.pt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78184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3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borbole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134036F-4BB5-6F53-373A-503B8F002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85861"/>
            <a:ext cx="4830763" cy="29044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 spc="-150"/>
              <a:t>Vou </a:t>
            </a:r>
            <a:r>
              <a:rPr lang="en-US" spc="-150" err="1"/>
              <a:t>aqui</a:t>
            </a:r>
            <a:r>
              <a:rPr lang="en-US" spc="-150"/>
              <a:t> </a:t>
            </a:r>
            <a:r>
              <a:rPr lang="en-US" spc="-150" err="1"/>
              <a:t>escrever</a:t>
            </a:r>
            <a:r>
              <a:rPr lang="en-US" spc="-150"/>
              <a:t> um título </a:t>
            </a:r>
            <a:r>
              <a:rPr lang="en-US" spc="-150" err="1"/>
              <a:t>muito</a:t>
            </a:r>
            <a:r>
              <a:rPr lang="en-US" spc="-150"/>
              <a:t> </a:t>
            </a:r>
            <a:r>
              <a:rPr lang="en-US" spc="-150" err="1"/>
              <a:t>grande</a:t>
            </a:r>
            <a:endParaRPr lang="pt-PT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B69EFD0-402E-71F6-0651-E3D4138B13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4379448"/>
            <a:ext cx="4830763" cy="5238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/>
              <a:t>Título </a:t>
            </a:r>
            <a:r>
              <a:rPr lang="en-US" err="1"/>
              <a:t>secundário</a:t>
            </a:r>
            <a:endParaRPr lang="pt-PT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400BB54-0C2F-39D9-2F57-53FED229F6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" y="5210201"/>
            <a:ext cx="4830763" cy="5238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Nome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E9F596-9FC0-F0C8-640E-AE4A5D64A0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8" y="5823189"/>
            <a:ext cx="4830763" cy="315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>
                <a:latin typeface="+mn-lt"/>
              </a:defRPr>
            </a:lvl1pPr>
          </a:lstStyle>
          <a:p>
            <a:pPr lvl="0"/>
            <a:r>
              <a:rPr lang="en-US"/>
              <a:t>@novaims.unl.pt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495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3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olh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07EEB8C-FB9E-EBB9-DBA8-1CB92FE4A3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984" y="5445820"/>
            <a:ext cx="10919997" cy="75109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4000" b="1">
                <a:latin typeface="+mj-lt"/>
              </a:defRPr>
            </a:lvl1pPr>
          </a:lstStyle>
          <a:p>
            <a:pPr lvl="0"/>
            <a:r>
              <a:rPr lang="en-US" spc="-150" err="1"/>
              <a:t>Adicionar</a:t>
            </a:r>
            <a:r>
              <a:rPr lang="en-US" spc="-150"/>
              <a:t> título da </a:t>
            </a:r>
            <a:r>
              <a:rPr lang="en-US" spc="-150" err="1"/>
              <a:t>apresentação</a:t>
            </a:r>
            <a:endParaRPr lang="pt-PT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3BD712-6482-76A5-2340-1CD88C746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291" y="6283686"/>
            <a:ext cx="4830763" cy="33069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800">
                <a:latin typeface="+mn-lt"/>
              </a:defRPr>
            </a:lvl1pPr>
          </a:lstStyle>
          <a:p>
            <a:pPr lvl="0"/>
            <a:r>
              <a:rPr lang="en-US"/>
              <a:t>Título </a:t>
            </a:r>
            <a:r>
              <a:rPr lang="en-US" err="1"/>
              <a:t>secundário</a:t>
            </a:r>
            <a:endParaRPr lang="pt-PT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9DE9747-1A60-A845-8B10-1AA207DDDC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8218" y="6283685"/>
            <a:ext cx="4830763" cy="33069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buFontTx/>
              <a:buNone/>
              <a:defRPr sz="1400">
                <a:latin typeface="+mn-lt"/>
              </a:defRPr>
            </a:lvl1pPr>
          </a:lstStyle>
          <a:p>
            <a:pPr lvl="0"/>
            <a:r>
              <a:rPr lang="en-US"/>
              <a:t>Nome do professor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68660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3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con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89CD0C4-786A-4D5D-7BEE-183DCFDF92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B51978B-0EDB-7460-8F0F-E3F80341E9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E0E0954-8E1B-A453-D8F3-A1AF3C0E0D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1189987"/>
            <a:ext cx="6215062" cy="8445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4400" b="1"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Slide de </a:t>
            </a:r>
            <a:r>
              <a:rPr lang="en-US" err="1"/>
              <a:t>contexto</a:t>
            </a:r>
            <a:endParaRPr lang="pt-PT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244824F-822F-1571-B6AD-4F681EF0D2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2135188"/>
            <a:ext cx="6867455" cy="35321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 err="1">
                <a:solidFill>
                  <a:schemeClr val="accent6"/>
                </a:solidFill>
              </a:rPr>
              <a:t>Consequat</a:t>
            </a:r>
            <a:r>
              <a:rPr lang="en-US">
                <a:solidFill>
                  <a:schemeClr val="accent6"/>
                </a:solidFill>
              </a:rPr>
              <a:t> semper </a:t>
            </a:r>
            <a:r>
              <a:rPr lang="en-US" err="1">
                <a:solidFill>
                  <a:schemeClr val="accent6"/>
                </a:solidFill>
              </a:rPr>
              <a:t>viverra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nam</a:t>
            </a:r>
            <a:r>
              <a:rPr lang="en-US">
                <a:solidFill>
                  <a:schemeClr val="accent6"/>
                </a:solidFill>
              </a:rPr>
              <a:t> libero </a:t>
            </a:r>
            <a:r>
              <a:rPr lang="en-US" err="1">
                <a:solidFill>
                  <a:schemeClr val="accent6"/>
                </a:solidFill>
              </a:rPr>
              <a:t>justo</a:t>
            </a:r>
            <a:r>
              <a:rPr lang="en-US">
                <a:solidFill>
                  <a:schemeClr val="accent6"/>
                </a:solidFill>
              </a:rPr>
              <a:t>. Ligula </a:t>
            </a:r>
            <a:r>
              <a:rPr lang="en-US" err="1">
                <a:solidFill>
                  <a:schemeClr val="accent6"/>
                </a:solidFill>
              </a:rPr>
              <a:t>ullamcorper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malesuada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proin</a:t>
            </a:r>
            <a:r>
              <a:rPr lang="en-US">
                <a:solidFill>
                  <a:schemeClr val="accent6"/>
                </a:solidFill>
              </a:rPr>
              <a:t> libero </a:t>
            </a:r>
            <a:r>
              <a:rPr lang="en-US" err="1">
                <a:solidFill>
                  <a:schemeClr val="accent6"/>
                </a:solidFill>
              </a:rPr>
              <a:t>nunc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consequat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interdum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varius</a:t>
            </a:r>
            <a:r>
              <a:rPr lang="en-US">
                <a:solidFill>
                  <a:schemeClr val="accent6"/>
                </a:solidFill>
              </a:rPr>
              <a:t> sit. At </a:t>
            </a:r>
            <a:r>
              <a:rPr lang="en-US" err="1">
                <a:solidFill>
                  <a:schemeClr val="accent6"/>
                </a:solidFill>
              </a:rPr>
              <a:t>imperdiet</a:t>
            </a:r>
            <a:r>
              <a:rPr lang="en-US">
                <a:solidFill>
                  <a:schemeClr val="accent6"/>
                </a:solidFill>
              </a:rPr>
              <a:t> dui </a:t>
            </a:r>
            <a:r>
              <a:rPr lang="en-US" err="1">
                <a:solidFill>
                  <a:schemeClr val="accent6"/>
                </a:solidFill>
              </a:rPr>
              <a:t>accumsan</a:t>
            </a:r>
            <a:r>
              <a:rPr lang="en-US">
                <a:solidFill>
                  <a:schemeClr val="accent6"/>
                </a:solidFill>
              </a:rPr>
              <a:t> sit </a:t>
            </a:r>
            <a:r>
              <a:rPr lang="en-US" err="1">
                <a:solidFill>
                  <a:schemeClr val="accent6"/>
                </a:solidFill>
              </a:rPr>
              <a:t>amet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nulla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facilisi</a:t>
            </a:r>
            <a:r>
              <a:rPr lang="en-US">
                <a:solidFill>
                  <a:schemeClr val="accent6"/>
                </a:solidFill>
              </a:rPr>
              <a:t>. Dolor </a:t>
            </a:r>
            <a:r>
              <a:rPr lang="en-US" err="1">
                <a:solidFill>
                  <a:schemeClr val="accent6"/>
                </a:solidFill>
              </a:rPr>
              <a:t>morbi</a:t>
            </a:r>
            <a:r>
              <a:rPr lang="en-US">
                <a:solidFill>
                  <a:schemeClr val="accent6"/>
                </a:solidFill>
              </a:rPr>
              <a:t> non </a:t>
            </a:r>
            <a:r>
              <a:rPr lang="en-US" err="1">
                <a:solidFill>
                  <a:schemeClr val="accent6"/>
                </a:solidFill>
              </a:rPr>
              <a:t>arcu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risus</a:t>
            </a:r>
            <a:r>
              <a:rPr lang="en-US">
                <a:solidFill>
                  <a:schemeClr val="accent6"/>
                </a:solidFill>
              </a:rPr>
              <a:t>. </a:t>
            </a:r>
            <a:r>
              <a:rPr lang="en-US" err="1">
                <a:solidFill>
                  <a:schemeClr val="accent6"/>
                </a:solidFill>
              </a:rPr>
              <a:t>Augue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lacus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viverra</a:t>
            </a:r>
            <a:r>
              <a:rPr lang="en-US">
                <a:solidFill>
                  <a:schemeClr val="accent6"/>
                </a:solidFill>
              </a:rPr>
              <a:t> vitae </a:t>
            </a:r>
            <a:r>
              <a:rPr lang="en-US" err="1">
                <a:solidFill>
                  <a:schemeClr val="accent6"/>
                </a:solidFill>
              </a:rPr>
              <a:t>congue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eu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consequat</a:t>
            </a:r>
            <a:r>
              <a:rPr lang="en-US">
                <a:solidFill>
                  <a:schemeClr val="accent6"/>
                </a:solidFill>
              </a:rPr>
              <a:t> ac. </a:t>
            </a:r>
            <a:r>
              <a:rPr lang="en-US" err="1">
                <a:solidFill>
                  <a:schemeClr val="accent6"/>
                </a:solidFill>
              </a:rPr>
              <a:t>Ultrices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neque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ornare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aenean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euismod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elementum</a:t>
            </a:r>
            <a:r>
              <a:rPr lang="en-US">
                <a:solidFill>
                  <a:schemeClr val="accent6"/>
                </a:solidFill>
              </a:rPr>
              <a:t> nisi </a:t>
            </a:r>
            <a:r>
              <a:rPr lang="en-US" err="1">
                <a:solidFill>
                  <a:schemeClr val="accent6"/>
                </a:solidFill>
              </a:rPr>
              <a:t>quis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eleifend</a:t>
            </a:r>
            <a:r>
              <a:rPr lang="en-US">
                <a:solidFill>
                  <a:schemeClr val="accent6"/>
                </a:solidFill>
              </a:rPr>
              <a:t>. </a:t>
            </a:r>
            <a:r>
              <a:rPr lang="en-US" err="1">
                <a:solidFill>
                  <a:schemeClr val="accent6"/>
                </a:solidFill>
              </a:rPr>
              <a:t>Consequat</a:t>
            </a:r>
            <a:r>
              <a:rPr lang="en-US">
                <a:solidFill>
                  <a:schemeClr val="accent6"/>
                </a:solidFill>
              </a:rPr>
              <a:t> semper </a:t>
            </a:r>
            <a:r>
              <a:rPr lang="en-US" err="1">
                <a:solidFill>
                  <a:schemeClr val="accent6"/>
                </a:solidFill>
              </a:rPr>
              <a:t>viverra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nam</a:t>
            </a:r>
            <a:r>
              <a:rPr lang="en-US">
                <a:solidFill>
                  <a:schemeClr val="accent6"/>
                </a:solidFill>
              </a:rPr>
              <a:t> libero </a:t>
            </a:r>
            <a:r>
              <a:rPr lang="en-US" err="1">
                <a:solidFill>
                  <a:schemeClr val="accent6"/>
                </a:solidFill>
              </a:rPr>
              <a:t>justo</a:t>
            </a:r>
            <a:r>
              <a:rPr lang="en-US">
                <a:solidFill>
                  <a:schemeClr val="accent6"/>
                </a:solidFill>
              </a:rPr>
              <a:t>. Ligula </a:t>
            </a:r>
            <a:r>
              <a:rPr lang="en-US" err="1">
                <a:solidFill>
                  <a:schemeClr val="accent6"/>
                </a:solidFill>
              </a:rPr>
              <a:t>ullamcorper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malesuada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proin</a:t>
            </a:r>
            <a:r>
              <a:rPr lang="en-US">
                <a:solidFill>
                  <a:schemeClr val="accent6"/>
                </a:solidFill>
              </a:rPr>
              <a:t> libero </a:t>
            </a:r>
            <a:r>
              <a:rPr lang="en-US" err="1">
                <a:solidFill>
                  <a:schemeClr val="accent6"/>
                </a:solidFill>
              </a:rPr>
              <a:t>nunc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consequat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interdum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varius</a:t>
            </a:r>
            <a:r>
              <a:rPr lang="en-US">
                <a:solidFill>
                  <a:schemeClr val="accent6"/>
                </a:solidFill>
              </a:rPr>
              <a:t> sit. At </a:t>
            </a:r>
            <a:r>
              <a:rPr lang="en-US" err="1">
                <a:solidFill>
                  <a:schemeClr val="accent6"/>
                </a:solidFill>
              </a:rPr>
              <a:t>imperdiet</a:t>
            </a:r>
            <a:r>
              <a:rPr lang="en-US">
                <a:solidFill>
                  <a:schemeClr val="accent6"/>
                </a:solidFill>
              </a:rPr>
              <a:t> dui </a:t>
            </a:r>
            <a:r>
              <a:rPr lang="en-US" err="1">
                <a:solidFill>
                  <a:schemeClr val="accent6"/>
                </a:solidFill>
              </a:rPr>
              <a:t>accumsan</a:t>
            </a:r>
            <a:r>
              <a:rPr lang="en-US">
                <a:solidFill>
                  <a:schemeClr val="accent6"/>
                </a:solidFill>
              </a:rPr>
              <a:t> sit </a:t>
            </a:r>
            <a:r>
              <a:rPr lang="en-US" err="1">
                <a:solidFill>
                  <a:schemeClr val="accent6"/>
                </a:solidFill>
              </a:rPr>
              <a:t>amet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nulla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facilisi</a:t>
            </a:r>
            <a:r>
              <a:rPr lang="en-US">
                <a:solidFill>
                  <a:schemeClr val="accent6"/>
                </a:solidFill>
              </a:rPr>
              <a:t>. Dolor </a:t>
            </a:r>
            <a:r>
              <a:rPr lang="en-US" err="1">
                <a:solidFill>
                  <a:schemeClr val="accent6"/>
                </a:solidFill>
              </a:rPr>
              <a:t>morbi</a:t>
            </a:r>
            <a:r>
              <a:rPr lang="en-US">
                <a:solidFill>
                  <a:schemeClr val="accent6"/>
                </a:solidFill>
              </a:rPr>
              <a:t> non </a:t>
            </a:r>
            <a:r>
              <a:rPr lang="en-US" err="1">
                <a:solidFill>
                  <a:schemeClr val="accent6"/>
                </a:solidFill>
              </a:rPr>
              <a:t>arcu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risus</a:t>
            </a:r>
            <a:r>
              <a:rPr lang="en-US">
                <a:solidFill>
                  <a:schemeClr val="accent6"/>
                </a:solidFill>
              </a:rPr>
              <a:t>. </a:t>
            </a:r>
            <a:r>
              <a:rPr lang="en-US" err="1">
                <a:solidFill>
                  <a:schemeClr val="accent6"/>
                </a:solidFill>
              </a:rPr>
              <a:t>Augue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lacus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viverra</a:t>
            </a:r>
            <a:r>
              <a:rPr lang="en-US">
                <a:solidFill>
                  <a:schemeClr val="accent6"/>
                </a:solidFill>
              </a:rPr>
              <a:t> vitae </a:t>
            </a:r>
            <a:r>
              <a:rPr lang="en-US" err="1">
                <a:solidFill>
                  <a:schemeClr val="accent6"/>
                </a:solidFill>
              </a:rPr>
              <a:t>congue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eu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consequat</a:t>
            </a:r>
            <a:r>
              <a:rPr lang="en-US">
                <a:solidFill>
                  <a:schemeClr val="accent6"/>
                </a:solidFill>
              </a:rPr>
              <a:t> ac. </a:t>
            </a:r>
            <a:r>
              <a:rPr lang="en-US" err="1">
                <a:solidFill>
                  <a:schemeClr val="accent6"/>
                </a:solidFill>
              </a:rPr>
              <a:t>Ultrices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neque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ornare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aenean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euismod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elementum</a:t>
            </a:r>
            <a:r>
              <a:rPr lang="en-US">
                <a:solidFill>
                  <a:schemeClr val="accent6"/>
                </a:solidFill>
              </a:rPr>
              <a:t> nisi </a:t>
            </a:r>
            <a:r>
              <a:rPr lang="en-US" err="1">
                <a:solidFill>
                  <a:schemeClr val="accent6"/>
                </a:solidFill>
              </a:rPr>
              <a:t>quis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 err="1">
                <a:solidFill>
                  <a:schemeClr val="accent6"/>
                </a:solidFill>
              </a:rPr>
              <a:t>eleifend</a:t>
            </a:r>
            <a:r>
              <a:rPr lang="en-US">
                <a:solidFill>
                  <a:schemeClr val="accent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9461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49B38238-62AD-C906-A1E2-9E60F3383B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47714" y="1674741"/>
            <a:ext cx="3895427" cy="3895427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ACD9443-195B-9BF1-97E8-13F6F0CB1E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947714" y="1674740"/>
            <a:ext cx="3895427" cy="3895427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ACCB1B7F-9E84-6AA8-E1D3-7347233EA5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A22FF8A-ED6E-A6EE-AA23-ACD012F90AC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36A41E2-13D6-31E6-1D06-A263F619D8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520571"/>
            <a:ext cx="9529119" cy="8445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6000" b="1" spc="-150">
                <a:solidFill>
                  <a:schemeClr val="tx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Index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EB8F577E-2625-E1A5-E59F-38889FB22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1032" y="2122370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02. TÍTULO DO SEPARADOR</a:t>
            </a:r>
            <a:endParaRPr lang="en-PT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6A983C2-5AD6-A1E2-1504-3B626BC7B2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1032" y="2802695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03. TÍTULO DO SEPARADOR</a:t>
            </a:r>
            <a:endParaRPr lang="en-PT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6D88CAF6-44E8-B1DA-B0CD-6B82347141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1032" y="3460614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04. TÍTULO DO SEPARADOR</a:t>
            </a:r>
            <a:endParaRPr lang="en-PT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A488BC43-D40F-7BA0-C338-FD036507AE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1032" y="4146480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05. TÍTULO DO SEPARADOR</a:t>
            </a:r>
            <a:endParaRPr lang="en-PT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3C77C89-9C30-0320-93C2-15E982A1FA1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36316" y="4817431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06. TÍTULO DO SEPARADOR</a:t>
            </a:r>
            <a:endParaRPr lang="en-PT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350F38C6-9AEA-8ED7-16BB-F8A2B0B34A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60672" y="1500021"/>
            <a:ext cx="348105" cy="23053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01</a:t>
            </a:r>
            <a:endParaRPr lang="en-PT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1D95FEB6-E07F-822C-4DF3-5A73A9478A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760672" y="2184525"/>
            <a:ext cx="348105" cy="23053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04</a:t>
            </a:r>
            <a:endParaRPr lang="en-PT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4098C21F-844E-CF45-C259-46773F69AD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60672" y="2861742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05</a:t>
            </a:r>
            <a:endParaRPr lang="en-PT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F5798BB-E27B-03BF-A30A-3A28AAFF44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60672" y="3516638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07</a:t>
            </a:r>
            <a:endParaRPr lang="en-PT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AA4DE611-71E4-CF7C-BFD5-E8757E3078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60672" y="4202600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09</a:t>
            </a:r>
            <a:endParaRPr lang="en-PT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87513597-7288-4860-C038-56F1666DE0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60672" y="4871919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11</a:t>
            </a:r>
            <a:endParaRPr lang="en-PT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15BDD15-5A32-063E-3761-46A1BA060E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44133" y="1454839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01. TÍTULO DO SEPARADOR</a:t>
            </a:r>
            <a:endParaRPr lang="en-PT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A12FBBD-D809-F278-D0D4-55EEDC86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41735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39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_2">
    <p:bg>
      <p:bgPr>
        <a:solidFill>
          <a:srgbClr val="1D1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49B38238-62AD-C906-A1E2-9E60F3383B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47714" y="1674741"/>
            <a:ext cx="3895427" cy="3895427"/>
          </a:xfrm>
          <a:prstGeom prst="rect">
            <a:avLst/>
          </a:prstGeom>
        </p:spPr>
      </p:pic>
      <p:pic>
        <p:nvPicPr>
          <p:cNvPr id="38" name="Picture 37" descr="A black and white logo&#10;&#10;AI-generated content may be incorrect.">
            <a:extLst>
              <a:ext uri="{FF2B5EF4-FFF2-40B4-BE49-F238E27FC236}">
                <a16:creationId xmlns:a16="http://schemas.microsoft.com/office/drawing/2014/main" id="{3DA46916-2526-2DEF-91C5-D59CCCE70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7" y="6179480"/>
            <a:ext cx="2165880" cy="582381"/>
          </a:xfrm>
          <a:prstGeom prst="rect">
            <a:avLst/>
          </a:prstGeom>
        </p:spPr>
      </p:pic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94B30DA3-6A3A-CAB8-D04D-3BC3DB4023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A2478C8-AF5F-9DFE-2A3A-323AEAB345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520571"/>
            <a:ext cx="9529119" cy="8445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60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Index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ED471CD6-CAD2-FBD4-9E41-41AB97890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1032" y="2122370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02. TÍTULO DO SEPARADOR</a:t>
            </a:r>
            <a:endParaRPr lang="en-PT"/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9B42DB6A-19A4-0A65-440B-C79A650221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1032" y="2802695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03. TÍTULO DO SEPARADOR</a:t>
            </a:r>
            <a:endParaRPr lang="en-PT"/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916CE2DE-F952-5B73-8203-0EB7D5DED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1032" y="3460614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04. TÍTULO DO SEPARADOR</a:t>
            </a:r>
            <a:endParaRPr lang="en-PT"/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DCFF0187-A081-ED68-BCEA-ECC0874E14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41032" y="4146480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05. TÍTULO DO SEPARADOR</a:t>
            </a:r>
            <a:endParaRPr lang="en-PT"/>
          </a:p>
        </p:txBody>
      </p:sp>
      <p:sp>
        <p:nvSpPr>
          <p:cNvPr id="44" name="Text Placeholder 23">
            <a:extLst>
              <a:ext uri="{FF2B5EF4-FFF2-40B4-BE49-F238E27FC236}">
                <a16:creationId xmlns:a16="http://schemas.microsoft.com/office/drawing/2014/main" id="{41BAF85A-CEE1-562E-DCAB-F44C80CC1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36316" y="4817431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06. TÍTULO DO SEPARADOR</a:t>
            </a:r>
            <a:endParaRPr lang="en-PT"/>
          </a:p>
        </p:txBody>
      </p:sp>
      <p:sp>
        <p:nvSpPr>
          <p:cNvPr id="46" name="Text Placeholder 23">
            <a:extLst>
              <a:ext uri="{FF2B5EF4-FFF2-40B4-BE49-F238E27FC236}">
                <a16:creationId xmlns:a16="http://schemas.microsoft.com/office/drawing/2014/main" id="{A610D56E-7CF0-8512-5E31-18D20D04676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60672" y="1500021"/>
            <a:ext cx="348105" cy="23053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01</a:t>
            </a:r>
            <a:endParaRPr lang="en-PT"/>
          </a:p>
        </p:txBody>
      </p:sp>
      <p:sp>
        <p:nvSpPr>
          <p:cNvPr id="52" name="Text Placeholder 23">
            <a:extLst>
              <a:ext uri="{FF2B5EF4-FFF2-40B4-BE49-F238E27FC236}">
                <a16:creationId xmlns:a16="http://schemas.microsoft.com/office/drawing/2014/main" id="{CE5636E1-E12A-6650-6B8F-5F713E584B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760672" y="2184525"/>
            <a:ext cx="348105" cy="23053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04</a:t>
            </a:r>
            <a:endParaRPr lang="en-PT"/>
          </a:p>
        </p:txBody>
      </p:sp>
      <p:sp>
        <p:nvSpPr>
          <p:cNvPr id="53" name="Text Placeholder 23">
            <a:extLst>
              <a:ext uri="{FF2B5EF4-FFF2-40B4-BE49-F238E27FC236}">
                <a16:creationId xmlns:a16="http://schemas.microsoft.com/office/drawing/2014/main" id="{C214C0E0-F780-1FDD-93E0-1D89733767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60672" y="2861742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05</a:t>
            </a:r>
            <a:endParaRPr lang="en-PT"/>
          </a:p>
        </p:txBody>
      </p:sp>
      <p:sp>
        <p:nvSpPr>
          <p:cNvPr id="54" name="Text Placeholder 23">
            <a:extLst>
              <a:ext uri="{FF2B5EF4-FFF2-40B4-BE49-F238E27FC236}">
                <a16:creationId xmlns:a16="http://schemas.microsoft.com/office/drawing/2014/main" id="{E9F62395-F44F-F3E0-951B-25B8CA6F9C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60672" y="3516638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07</a:t>
            </a:r>
            <a:endParaRPr lang="en-PT"/>
          </a:p>
        </p:txBody>
      </p:sp>
      <p:sp>
        <p:nvSpPr>
          <p:cNvPr id="55" name="Text Placeholder 23">
            <a:extLst>
              <a:ext uri="{FF2B5EF4-FFF2-40B4-BE49-F238E27FC236}">
                <a16:creationId xmlns:a16="http://schemas.microsoft.com/office/drawing/2014/main" id="{1983C30A-75E7-27DE-594A-CCBB4C1FF68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60672" y="4202600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09</a:t>
            </a:r>
            <a:endParaRPr lang="en-PT"/>
          </a:p>
        </p:txBody>
      </p:sp>
      <p:sp>
        <p:nvSpPr>
          <p:cNvPr id="56" name="Text Placeholder 23">
            <a:extLst>
              <a:ext uri="{FF2B5EF4-FFF2-40B4-BE49-F238E27FC236}">
                <a16:creationId xmlns:a16="http://schemas.microsoft.com/office/drawing/2014/main" id="{86AA14F4-8E67-E570-FA15-D902F1E281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60672" y="4871919"/>
            <a:ext cx="348105" cy="21666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2200"/>
              </a:spcBef>
              <a:buNone/>
              <a:defRPr sz="100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11</a:t>
            </a:r>
            <a:endParaRPr lang="en-PT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FD795E4C-62CE-C28B-8281-E93091160A3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44133" y="1454839"/>
            <a:ext cx="6338805" cy="2757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2200"/>
              </a:spcBef>
              <a:buNone/>
              <a:defRPr sz="1600" b="0" u="none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01. TÍTULO DO SEPARADOR</a:t>
            </a:r>
            <a:endParaRPr lang="en-PT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7F1D1A0-23A6-C1B0-E709-43D737EC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628684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39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+ subtitulo +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CF55C-2776-481F-15BC-458DC1A2C1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691970"/>
            <a:ext cx="11385549" cy="4810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36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E6181D-C561-2AD5-1B75-ED16164439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1172982"/>
            <a:ext cx="11385549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7E9CF41-451B-3631-C12B-6079CAF97D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1895835"/>
            <a:ext cx="11385549" cy="39731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00"/>
              </a:lnSpc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</a:t>
            </a:r>
          </a:p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88A1D3B-36D6-8DC5-E949-742A8F14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338F081F-3A6E-0F12-770D-D2294D49B2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D4CD1F2-FAB8-F4DF-E3AB-AC8C27E2F6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36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  <p15:guide id="2" pos="741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+ sub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CF55C-2776-481F-15BC-458DC1A2C1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691970"/>
            <a:ext cx="11385549" cy="4810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36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E6181D-C561-2AD5-1B75-ED16164439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1172982"/>
            <a:ext cx="11385549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88A1D3B-36D6-8DC5-E949-742A8F14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338F081F-3A6E-0F12-770D-D2294D49B2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D4CD1F2-FAB8-F4DF-E3AB-AC8C27E2F6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82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  <p15:guide id="2" pos="741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+ subtitulo + texto (bullets fora da mestra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CF55C-2776-481F-15BC-458DC1A2C1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691970"/>
            <a:ext cx="11385549" cy="4810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36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E6181D-C561-2AD5-1B75-ED16164439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9" y="1172982"/>
            <a:ext cx="11385549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7E9CF41-451B-3631-C12B-6079CAF97D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1895835"/>
            <a:ext cx="11385549" cy="11326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00"/>
              </a:lnSpc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88A1D3B-36D6-8DC5-E949-742A8F14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338F081F-3A6E-0F12-770D-D2294D49B2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D4CD1F2-FAB8-F4DF-E3AB-AC8C27E2F6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31A2A3-B147-0186-DEE9-95B95B316E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7596" y="3040961"/>
            <a:ext cx="11385549" cy="558550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Lorem ipsum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dolor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amet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consectetur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adipiscing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elita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sed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do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eiusmod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tempor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incididunt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ut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labore et dolore magna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aliqua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.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Elementum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sagittis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vitae.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264AB0D-0AC5-FB67-B681-3016C5E1E7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7596" y="3758965"/>
            <a:ext cx="11385549" cy="558550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Lorem ipsum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dolor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amet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consectetur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adipiscing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elita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sed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do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eiusmod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tempor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incididunt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ut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labore et dolore magna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aliqua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.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Elementum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sagittis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vitae.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FF9E7F4-A80D-8696-52B9-1DBB3FC9E9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7596" y="4490936"/>
            <a:ext cx="11385549" cy="558550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eaLnBrk="1" fontAlgn="auto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Lorem ipsum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dolor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amet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consectetur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adipiscing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elita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sed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do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eiusmod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tempor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incididunt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ut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labore et dolore magna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aliqua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.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Elementum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GB" err="1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sagittis</a:t>
            </a:r>
            <a:r>
              <a:rPr lang="en-GB">
                <a:solidFill>
                  <a:schemeClr val="accent6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rPr>
              <a:t> vitae.</a:t>
            </a:r>
          </a:p>
        </p:txBody>
      </p:sp>
    </p:spTree>
    <p:extLst>
      <p:ext uri="{BB962C8B-B14F-4D97-AF65-F5344CB8AC3E}">
        <p14:creationId xmlns:p14="http://schemas.microsoft.com/office/powerpoint/2010/main" val="2378554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  <p15:guide id="2" pos="741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subtitulo pequeno +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CF55C-2776-481F-15BC-458DC1A2C1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04355" y="317990"/>
            <a:ext cx="7562195" cy="29161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25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  <a:endParaRPr lang="pt-PT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E6181D-C561-2AD5-1B75-ED16164439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04353" y="672610"/>
            <a:ext cx="7562195" cy="29161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7E9CF41-451B-3631-C12B-6079CAF97D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1404135"/>
            <a:ext cx="11385549" cy="42142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00"/>
              </a:lnSpc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</a:t>
            </a:r>
          </a:p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0277A62-8B07-2B54-18C7-AF4099BC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9763ACE3-82B5-B275-B4A2-BB23FCCEE9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F3C0345-46E1-6FFB-0401-7510343757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  <p15:guide id="2" pos="7416" userDrawn="1">
          <p15:clr>
            <a:srgbClr val="FBAE40"/>
          </p15:clr>
        </p15:guide>
        <p15:guide id="3" orient="horz" pos="216" userDrawn="1">
          <p15:clr>
            <a:srgbClr val="FBAE40"/>
          </p15:clr>
        </p15:guide>
        <p15:guide id="4" orient="horz" pos="38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subtitulo peque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CF55C-2776-481F-15BC-458DC1A2C1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04355" y="317990"/>
            <a:ext cx="7562195" cy="29161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25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  <a:endParaRPr lang="pt-PT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E6181D-C561-2AD5-1B75-ED16164439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04353" y="672610"/>
            <a:ext cx="7562195" cy="29161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0277A62-8B07-2B54-18C7-AF4099BC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9763ACE3-82B5-B275-B4A2-BB23FCCEE9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F3C0345-46E1-6FFB-0401-7510343757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806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  <p15:guide id="2" pos="7416" userDrawn="1">
          <p15:clr>
            <a:srgbClr val="FBAE40"/>
          </p15:clr>
        </p15:guide>
        <p15:guide id="3" orient="horz" pos="216" userDrawn="1">
          <p15:clr>
            <a:srgbClr val="FBAE40"/>
          </p15:clr>
        </p15:guide>
        <p15:guide id="4" orient="horz" pos="38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ao baix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AC533DB-69D2-C53D-F404-18D3A6349416}"/>
              </a:ext>
            </a:extLst>
          </p:cNvPr>
          <p:cNvSpPr/>
          <p:nvPr userDrawn="1"/>
        </p:nvSpPr>
        <p:spPr>
          <a:xfrm>
            <a:off x="5892798" y="0"/>
            <a:ext cx="2651128" cy="26511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E736B3A-4275-0F6B-D169-A4A494475B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0999" y="2649306"/>
            <a:ext cx="5511799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1DF130B-9F1C-2739-6FE0-5DC582122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3440281"/>
            <a:ext cx="11385549" cy="2739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00"/>
              </a:lnSpc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endParaRPr lang="en-US"/>
          </a:p>
          <a:p>
            <a:pPr lvl="0"/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endParaRPr lang="en-US"/>
          </a:p>
          <a:p>
            <a:pPr lvl="0"/>
            <a:endParaRPr lang="pt-PT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ACA81A4C-4089-9E5D-FCDC-48FED9DB4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4750" y="1"/>
            <a:ext cx="5511799" cy="3130317"/>
          </a:xfrm>
          <a:prstGeom prst="rect">
            <a:avLst/>
          </a:prstGeom>
        </p:spPr>
        <p:txBody>
          <a:bodyPr/>
          <a:lstStyle/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AA96F-8693-A57D-3689-B89582502F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68294"/>
            <a:ext cx="5511800" cy="4810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800"/>
              </a:lnSpc>
              <a:spcBef>
                <a:spcPts val="0"/>
              </a:spcBef>
              <a:buFontTx/>
              <a:buNone/>
              <a:defRPr sz="3600" b="1" spc="-150">
                <a:latin typeface="+mj-lt"/>
              </a:defRPr>
            </a:lvl1pPr>
          </a:lstStyle>
          <a:p>
            <a:pPr lvl="0"/>
            <a:r>
              <a:rPr lang="en-US" dirty="0"/>
              <a:t>Título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EA83674-8F4B-2A12-2153-3D87C76D4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FD5833D5-D816-AD8F-408B-F7C0D584A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DFA6C19-2656-6D13-B2FD-E49612BF8F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847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ao al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DE394B-E86E-4B77-A19A-BB7613715A56}"/>
              </a:ext>
            </a:extLst>
          </p:cNvPr>
          <p:cNvSpPr/>
          <p:nvPr userDrawn="1"/>
        </p:nvSpPr>
        <p:spPr>
          <a:xfrm>
            <a:off x="7444378" y="3221001"/>
            <a:ext cx="2651128" cy="26511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35F092-221B-7CFE-B026-D1CF71E9B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82528" y="-104775"/>
            <a:ext cx="3884021" cy="5576854"/>
          </a:xfrm>
          <a:prstGeom prst="rect">
            <a:avLst/>
          </a:prstGeom>
        </p:spPr>
        <p:txBody>
          <a:bodyPr/>
          <a:lstStyle/>
          <a:p>
            <a:endParaRPr lang="pt-PT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E736B3A-4275-0F6B-D169-A4A494475B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0999" y="2021595"/>
            <a:ext cx="6827409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Sub-título</a:t>
            </a:r>
            <a:endParaRPr lang="pt-PT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1DF130B-9F1C-2739-6FE0-5DC582122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810009"/>
            <a:ext cx="6827409" cy="202639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00"/>
              </a:lnSpc>
              <a:buFontTx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endParaRPr lang="pt-PT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4F36CC3-E48F-B86D-9789-C8258DDF91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1540583"/>
            <a:ext cx="6827408" cy="4810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800"/>
              </a:lnSpc>
              <a:spcBef>
                <a:spcPts val="0"/>
              </a:spcBef>
              <a:buFontTx/>
              <a:buNone/>
              <a:defRPr sz="36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589FBF-1FA3-DF0A-337D-20AD68825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5A4C8BB8-C13A-99D5-9BD0-553FD9B081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26CE3E6-BBEE-1A43-F5A6-D970C8E45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20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ao baixo gran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35F092-221B-7CFE-B026-D1CF71E9B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1000" y="1041215"/>
            <a:ext cx="7841926" cy="4965791"/>
          </a:xfrm>
          <a:prstGeom prst="rect">
            <a:avLst/>
          </a:prstGeom>
        </p:spPr>
        <p:txBody>
          <a:bodyPr/>
          <a:lstStyle/>
          <a:p>
            <a:endParaRPr lang="pt-PT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4FC8A84-F6F1-25E1-AF1B-8FEA8BFABC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43855" y="1791423"/>
            <a:ext cx="3222694" cy="77347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2800" b="1" spc="-150"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E736B3A-4275-0F6B-D169-A4A494475B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43854" y="2564895"/>
            <a:ext cx="3222694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pt-PT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1DF130B-9F1C-2739-6FE0-5DC582122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43854" y="3203737"/>
            <a:ext cx="3222694" cy="28032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00"/>
              </a:lnSpc>
              <a:buFontTx/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54B14D1-C75F-C203-B37B-3C202525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0A2E962F-4D90-6747-BD1F-25D5C6D001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DC297D4-CFA3-7C5C-2329-2658BA2B1B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660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ao baixo grande (fundo azu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6A7DD3-DA1F-4148-B3D5-FEF865917006}"/>
              </a:ext>
            </a:extLst>
          </p:cNvPr>
          <p:cNvSpPr/>
          <p:nvPr userDrawn="1"/>
        </p:nvSpPr>
        <p:spPr>
          <a:xfrm>
            <a:off x="7726363" y="1711327"/>
            <a:ext cx="4465637" cy="4261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87CDEF-7DAE-FCF3-C36D-C37441D809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auto">
          <a:xfrm>
            <a:off x="0" y="1711327"/>
            <a:ext cx="7726363" cy="4261732"/>
          </a:xfrm>
          <a:custGeom>
            <a:avLst/>
            <a:gdLst>
              <a:gd name="T0" fmla="*/ 0 w 7726273"/>
              <a:gd name="T1" fmla="*/ 0 h 4503410"/>
              <a:gd name="T2" fmla="*/ 7726363 w 7726273"/>
              <a:gd name="T3" fmla="*/ 0 h 4503410"/>
              <a:gd name="T4" fmla="*/ 7726363 w 7726273"/>
              <a:gd name="T5" fmla="*/ 4503737 h 4503410"/>
              <a:gd name="T6" fmla="*/ 0 w 7726273"/>
              <a:gd name="T7" fmla="*/ 4503737 h 450341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726273" h="4503410">
                <a:moveTo>
                  <a:pt x="0" y="0"/>
                </a:moveTo>
                <a:lnTo>
                  <a:pt x="7726273" y="0"/>
                </a:lnTo>
                <a:lnTo>
                  <a:pt x="7726273" y="4503410"/>
                </a:lnTo>
                <a:lnTo>
                  <a:pt x="0" y="450341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66DED96-CD09-0F5F-F073-0FAA186A3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A807D998-2D2B-13AE-FE8D-CA7BDD367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07826A3-F7AC-9AD9-3C03-44279A9A21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32D719E-4E77-D957-08A8-863CBF38C9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54145" y="1711327"/>
            <a:ext cx="3707953" cy="77347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2800" b="1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FEC19A2-E250-7461-B986-D7FCA52A42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4144" y="2484799"/>
            <a:ext cx="3707953" cy="4810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0">
                <a:solidFill>
                  <a:srgbClr val="0EE071"/>
                </a:solidFill>
                <a:latin typeface="+mj-lt"/>
              </a:defRPr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pt-PT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494A848-127F-4C23-4BBA-8949170421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144" y="3091437"/>
            <a:ext cx="3707953" cy="2530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500"/>
              </a:lnSpc>
              <a:buFontTx/>
              <a:buNone/>
              <a:defRPr sz="13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8171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ao alto grande (fundo verd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9C188841-2150-3160-1F2F-45A409A85DA8}"/>
              </a:ext>
            </a:extLst>
          </p:cNvPr>
          <p:cNvSpPr>
            <a:spLocks noGrp="1" noChangeArrowheads="1"/>
          </p:cNvSpPr>
          <p:nvPr>
            <p:ph type="pic" sz="quarter" idx="19"/>
          </p:nvPr>
        </p:nvSpPr>
        <p:spPr bwMode="auto">
          <a:xfrm>
            <a:off x="6311900" y="-100117"/>
            <a:ext cx="5880100" cy="6073176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EE8D4C-CF56-AC75-8077-5B4FFFAACDF9}"/>
              </a:ext>
            </a:extLst>
          </p:cNvPr>
          <p:cNvSpPr/>
          <p:nvPr userDrawn="1"/>
        </p:nvSpPr>
        <p:spPr>
          <a:xfrm>
            <a:off x="381000" y="2223454"/>
            <a:ext cx="5930900" cy="37496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>
              <a:latin typeface="+mj-lt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61F2FD-F82A-7C51-1997-AE548F95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A6380327-4E1E-4371-5A90-E2C040EB9A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3D38035-78EF-3342-C0E7-433FF93DAD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D1DEB0C-0DB9-D719-301B-34B9231AEA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427972"/>
            <a:ext cx="5486400" cy="48101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800"/>
              </a:lnSpc>
              <a:spcBef>
                <a:spcPts val="0"/>
              </a:spcBef>
              <a:buFontTx/>
              <a:buNone/>
              <a:defRPr sz="3200" b="1" spc="-15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The problem</a:t>
            </a:r>
          </a:p>
        </p:txBody>
      </p:sp>
      <p:sp>
        <p:nvSpPr>
          <p:cNvPr id="19" name="Text Placeholder 32">
            <a:extLst>
              <a:ext uri="{FF2B5EF4-FFF2-40B4-BE49-F238E27FC236}">
                <a16:creationId xmlns:a16="http://schemas.microsoft.com/office/drawing/2014/main" id="{A23BC58F-94F4-677E-66E0-5E5D4FE29E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7775" y="2640360"/>
            <a:ext cx="4632326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421F0199-C923-3573-257F-AEAA34251D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47775" y="3624610"/>
            <a:ext cx="4632326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921A7BBA-EDC3-BF53-D4F3-76F1C25B3F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47775" y="4618385"/>
            <a:ext cx="4632326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</p:spTree>
    <p:extLst>
      <p:ext uri="{BB962C8B-B14F-4D97-AF65-F5344CB8AC3E}">
        <p14:creationId xmlns:p14="http://schemas.microsoft.com/office/powerpoint/2010/main" val="1473658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P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A0DD47-98E5-D5A5-7398-779EF80D7401}"/>
              </a:ext>
            </a:extLst>
          </p:cNvPr>
          <p:cNvSpPr/>
          <p:nvPr userDrawn="1"/>
        </p:nvSpPr>
        <p:spPr>
          <a:xfrm>
            <a:off x="2724150" y="1834619"/>
            <a:ext cx="9467850" cy="37343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BB5FEE-5E08-77BD-11A0-96E26D720D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5926" y="1562100"/>
            <a:ext cx="7830037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5D18663-4190-3F5A-B4A8-E7D50E61D5B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3400" y="1834619"/>
            <a:ext cx="5926097" cy="3734331"/>
          </a:xfrm>
          <a:custGeom>
            <a:avLst/>
            <a:gdLst>
              <a:gd name="connsiteX0" fmla="*/ 0 w 5113868"/>
              <a:gd name="connsiteY0" fmla="*/ 0 h 4182533"/>
              <a:gd name="connsiteX1" fmla="*/ 5113868 w 5113868"/>
              <a:gd name="connsiteY1" fmla="*/ 0 h 4182533"/>
              <a:gd name="connsiteX2" fmla="*/ 5113868 w 5113868"/>
              <a:gd name="connsiteY2" fmla="*/ 4182533 h 4182533"/>
              <a:gd name="connsiteX3" fmla="*/ 0 w 5113868"/>
              <a:gd name="connsiteY3" fmla="*/ 4182533 h 4182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3868" h="4182533">
                <a:moveTo>
                  <a:pt x="0" y="0"/>
                </a:moveTo>
                <a:lnTo>
                  <a:pt x="5113868" y="0"/>
                </a:lnTo>
                <a:lnTo>
                  <a:pt x="5113868" y="4182533"/>
                </a:lnTo>
                <a:lnTo>
                  <a:pt x="0" y="4182533"/>
                </a:ln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D5333-A1E4-3612-3CAA-F4F21D16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54C03950-0DC4-AEA5-92FE-90FB9C2B8A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6326B82-A81B-8F7D-DCB1-22E1AB0D91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5735076-66D0-D401-8BDA-77626707F8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34969" y="2124654"/>
            <a:ext cx="4523632" cy="77347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2800" b="1" spc="-1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E54921-A302-FBCE-3233-105EF931DD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34968" y="2898126"/>
            <a:ext cx="4523632" cy="3435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pt-PT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BB71839-2C5C-3901-5D8A-52034EAC61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34968" y="3377396"/>
            <a:ext cx="4523632" cy="18347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500"/>
              </a:lnSpc>
              <a:buFontTx/>
              <a:buNone/>
              <a:defRPr sz="13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955593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 smartph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A0DD47-98E5-D5A5-7398-779EF80D7401}"/>
              </a:ext>
            </a:extLst>
          </p:cNvPr>
          <p:cNvSpPr/>
          <p:nvPr userDrawn="1"/>
        </p:nvSpPr>
        <p:spPr>
          <a:xfrm>
            <a:off x="-126815" y="1561834"/>
            <a:ext cx="10051725" cy="37343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d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EE8ABF-1A99-86E5-0A5B-3F5E05700A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8" t="21150" r="38898" b="21150"/>
          <a:stretch>
            <a:fillRect/>
          </a:stretch>
        </p:blipFill>
        <p:spPr bwMode="auto">
          <a:xfrm>
            <a:off x="9016999" y="431800"/>
            <a:ext cx="2749550" cy="546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A223617-5EC8-06A7-13AF-633EDC3EFE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78213" y="619062"/>
            <a:ext cx="2397261" cy="5081151"/>
          </a:xfrm>
          <a:custGeom>
            <a:avLst/>
            <a:gdLst>
              <a:gd name="connsiteX0" fmla="*/ 425502 w 3595892"/>
              <a:gd name="connsiteY0" fmla="*/ 0 h 7791098"/>
              <a:gd name="connsiteX1" fmla="*/ 612185 w 3595892"/>
              <a:gd name="connsiteY1" fmla="*/ 0 h 7791098"/>
              <a:gd name="connsiteX2" fmla="*/ 776499 w 3595892"/>
              <a:gd name="connsiteY2" fmla="*/ 0 h 7791098"/>
              <a:gd name="connsiteX3" fmla="*/ 814413 w 3595892"/>
              <a:gd name="connsiteY3" fmla="*/ 15705 h 7791098"/>
              <a:gd name="connsiteX4" fmla="*/ 823302 w 3595892"/>
              <a:gd name="connsiteY4" fmla="*/ 28888 h 7791098"/>
              <a:gd name="connsiteX5" fmla="*/ 823302 w 3595892"/>
              <a:gd name="connsiteY5" fmla="*/ 85038 h 7791098"/>
              <a:gd name="connsiteX6" fmla="*/ 1029708 w 3595892"/>
              <a:gd name="connsiteY6" fmla="*/ 291443 h 7791098"/>
              <a:gd name="connsiteX7" fmla="*/ 2567915 w 3595892"/>
              <a:gd name="connsiteY7" fmla="*/ 291443 h 7791098"/>
              <a:gd name="connsiteX8" fmla="*/ 2774322 w 3595892"/>
              <a:gd name="connsiteY8" fmla="*/ 85038 h 7791098"/>
              <a:gd name="connsiteX9" fmla="*/ 2774320 w 3595892"/>
              <a:gd name="connsiteY9" fmla="*/ 40248 h 7791098"/>
              <a:gd name="connsiteX10" fmla="*/ 2775835 w 3595892"/>
              <a:gd name="connsiteY10" fmla="*/ 32748 h 7791098"/>
              <a:gd name="connsiteX11" fmla="*/ 2787325 w 3595892"/>
              <a:gd name="connsiteY11" fmla="*/ 15705 h 7791098"/>
              <a:gd name="connsiteX12" fmla="*/ 2825240 w 3595892"/>
              <a:gd name="connsiteY12" fmla="*/ 0 h 7791098"/>
              <a:gd name="connsiteX13" fmla="*/ 3170390 w 3595892"/>
              <a:gd name="connsiteY13" fmla="*/ 0 h 7791098"/>
              <a:gd name="connsiteX14" fmla="*/ 3256144 w 3595892"/>
              <a:gd name="connsiteY14" fmla="*/ 8644 h 7791098"/>
              <a:gd name="connsiteX15" fmla="*/ 3595892 w 3595892"/>
              <a:gd name="connsiteY15" fmla="*/ 425504 h 7791098"/>
              <a:gd name="connsiteX16" fmla="*/ 3595892 w 3595892"/>
              <a:gd name="connsiteY16" fmla="*/ 7365596 h 7791098"/>
              <a:gd name="connsiteX17" fmla="*/ 3170390 w 3595892"/>
              <a:gd name="connsiteY17" fmla="*/ 7791098 h 7791098"/>
              <a:gd name="connsiteX18" fmla="*/ 425502 w 3595892"/>
              <a:gd name="connsiteY18" fmla="*/ 7791098 h 7791098"/>
              <a:gd name="connsiteX19" fmla="*/ 0 w 3595892"/>
              <a:gd name="connsiteY19" fmla="*/ 7365596 h 7791098"/>
              <a:gd name="connsiteX20" fmla="*/ 0 w 3595892"/>
              <a:gd name="connsiteY20" fmla="*/ 425504 h 7791098"/>
              <a:gd name="connsiteX21" fmla="*/ 425502 w 3595892"/>
              <a:gd name="connsiteY21" fmla="*/ 0 h 7791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595892" h="7791098">
                <a:moveTo>
                  <a:pt x="425502" y="0"/>
                </a:moveTo>
                <a:lnTo>
                  <a:pt x="612185" y="0"/>
                </a:lnTo>
                <a:lnTo>
                  <a:pt x="776499" y="0"/>
                </a:lnTo>
                <a:cubicBezTo>
                  <a:pt x="791306" y="0"/>
                  <a:pt x="804711" y="6003"/>
                  <a:pt x="814413" y="15705"/>
                </a:cubicBezTo>
                <a:lnTo>
                  <a:pt x="823302" y="28888"/>
                </a:lnTo>
                <a:lnTo>
                  <a:pt x="823302" y="85038"/>
                </a:lnTo>
                <a:cubicBezTo>
                  <a:pt x="823302" y="199032"/>
                  <a:pt x="915712" y="291443"/>
                  <a:pt x="1029708" y="291443"/>
                </a:cubicBezTo>
                <a:lnTo>
                  <a:pt x="2567915" y="291443"/>
                </a:lnTo>
                <a:cubicBezTo>
                  <a:pt x="2681911" y="291443"/>
                  <a:pt x="2774322" y="199032"/>
                  <a:pt x="2774322" y="85038"/>
                </a:cubicBezTo>
                <a:lnTo>
                  <a:pt x="2774320" y="40248"/>
                </a:lnTo>
                <a:lnTo>
                  <a:pt x="2775835" y="32748"/>
                </a:lnTo>
                <a:cubicBezTo>
                  <a:pt x="2778548" y="26334"/>
                  <a:pt x="2782473" y="20558"/>
                  <a:pt x="2787325" y="15705"/>
                </a:cubicBezTo>
                <a:lnTo>
                  <a:pt x="2825240" y="0"/>
                </a:lnTo>
                <a:lnTo>
                  <a:pt x="3170390" y="0"/>
                </a:lnTo>
                <a:cubicBezTo>
                  <a:pt x="3199765" y="0"/>
                  <a:pt x="3228444" y="2977"/>
                  <a:pt x="3256144" y="8644"/>
                </a:cubicBezTo>
                <a:cubicBezTo>
                  <a:pt x="3450038" y="48324"/>
                  <a:pt x="3595892" y="219880"/>
                  <a:pt x="3595892" y="425504"/>
                </a:cubicBezTo>
                <a:lnTo>
                  <a:pt x="3595892" y="7365596"/>
                </a:lnTo>
                <a:cubicBezTo>
                  <a:pt x="3595892" y="7600593"/>
                  <a:pt x="3405388" y="7791098"/>
                  <a:pt x="3170390" y="7791098"/>
                </a:cubicBezTo>
                <a:lnTo>
                  <a:pt x="425502" y="7791098"/>
                </a:lnTo>
                <a:cubicBezTo>
                  <a:pt x="190505" y="7791098"/>
                  <a:pt x="0" y="7600593"/>
                  <a:pt x="0" y="7365596"/>
                </a:cubicBezTo>
                <a:lnTo>
                  <a:pt x="0" y="425504"/>
                </a:lnTo>
                <a:cubicBezTo>
                  <a:pt x="0" y="190505"/>
                  <a:pt x="190505" y="0"/>
                  <a:pt x="42550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174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71F717-7CAF-FAC4-E5B7-15C2BF22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821A201-8BE8-C299-64C0-213A61DB6E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DAC964C-BFED-2FDC-8C52-E58BDFCA22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EE1B5D6-E3B4-1C7F-53EF-343B78BE4E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0999" y="1834619"/>
            <a:ext cx="7983774" cy="77347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2800" b="1" spc="-1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Título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04D38BC-575C-624A-4513-AE8A984D17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998" y="2608091"/>
            <a:ext cx="7983774" cy="3435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Sub-</a:t>
            </a:r>
            <a:r>
              <a:rPr lang="en-US" err="1"/>
              <a:t>título</a:t>
            </a:r>
            <a:endParaRPr lang="pt-PT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297DBD-2C23-F4A7-712A-A941042C58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0998" y="2991948"/>
            <a:ext cx="7983774" cy="18347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500"/>
              </a:lnSpc>
              <a:buFontTx/>
              <a:buNone/>
              <a:defRPr sz="13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r>
              <a:rPr lang="en-US"/>
              <a:t>. Ligula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libero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sit. At </a:t>
            </a:r>
            <a:r>
              <a:rPr lang="en-US" err="1"/>
              <a:t>imperdiet</a:t>
            </a:r>
            <a:r>
              <a:rPr lang="en-US"/>
              <a:t> dui </a:t>
            </a:r>
            <a:r>
              <a:rPr lang="en-US" err="1"/>
              <a:t>accumsan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Dolor </a:t>
            </a:r>
            <a:r>
              <a:rPr lang="en-US" err="1"/>
              <a:t>morbi</a:t>
            </a:r>
            <a:r>
              <a:rPr lang="en-US"/>
              <a:t> non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.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ac.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nisi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. </a:t>
            </a:r>
            <a:r>
              <a:rPr lang="en-US" err="1"/>
              <a:t>Consequat</a:t>
            </a:r>
            <a:r>
              <a:rPr lang="en-US"/>
              <a:t> semper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 libero </a:t>
            </a:r>
            <a:r>
              <a:rPr lang="en-US" err="1"/>
              <a:t>justo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30611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osição_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71F717-7CAF-FAC4-E5B7-15C2BF22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821A201-8BE8-C299-64C0-213A61DB6E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DAC964C-BFED-2FDC-8C52-E58BDFCA22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400CD4-C021-E2A0-E9D1-691BC99EC7D3}"/>
              </a:ext>
            </a:extLst>
          </p:cNvPr>
          <p:cNvSpPr/>
          <p:nvPr userDrawn="1"/>
        </p:nvSpPr>
        <p:spPr>
          <a:xfrm>
            <a:off x="0" y="0"/>
            <a:ext cx="3517900" cy="3241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873460-C102-BF8E-9937-714584E0B420}"/>
              </a:ext>
            </a:extLst>
          </p:cNvPr>
          <p:cNvSpPr/>
          <p:nvPr userDrawn="1"/>
        </p:nvSpPr>
        <p:spPr>
          <a:xfrm>
            <a:off x="4140257" y="3104833"/>
            <a:ext cx="3910013" cy="28844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49FA445-8C95-25AB-ED0B-D0D29FC63C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1000" y="1028700"/>
            <a:ext cx="3741738" cy="4953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12BC7E-FCF4-13E9-54FD-4AD1A416E2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7354" y="1024168"/>
            <a:ext cx="5867400" cy="13620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eaLnBrk="1" hangingPunct="1">
              <a:lnSpc>
                <a:spcPts val="3800"/>
              </a:lnSpc>
              <a:buFontTx/>
              <a:buNone/>
              <a:defRPr sz="3200" b="1" spc="-150">
                <a:solidFill>
                  <a:srgbClr val="0EE071"/>
                </a:solidFill>
                <a:latin typeface="+mj-lt"/>
              </a:defRPr>
            </a:lvl1pPr>
            <a:lvl2pPr marL="457200" indent="0">
              <a:buFontTx/>
              <a:buNone/>
              <a:defRPr sz="3200">
                <a:latin typeface="+mj-lt"/>
              </a:defRPr>
            </a:lvl2pPr>
            <a:lvl3pPr marL="914400" indent="0">
              <a:buFontTx/>
              <a:buNone/>
              <a:defRPr sz="3200">
                <a:latin typeface="+mj-lt"/>
              </a:defRPr>
            </a:lvl3pPr>
            <a:lvl4pPr marL="1371600" indent="0">
              <a:buFontTx/>
              <a:buNone/>
              <a:defRPr sz="3200">
                <a:latin typeface="+mj-lt"/>
              </a:defRPr>
            </a:lvl4pPr>
            <a:lvl5pPr marL="1828800" indent="0">
              <a:buFontTx/>
              <a:buNone/>
              <a:defRPr sz="3200">
                <a:latin typeface="+mj-lt"/>
              </a:defRPr>
            </a:lvl5pPr>
          </a:lstStyle>
          <a:p>
            <a:pPr eaLnBrk="1" hangingPunct="1">
              <a:lnSpc>
                <a:spcPts val="3800"/>
              </a:lnSpc>
            </a:pPr>
            <a:r>
              <a:rPr lang="en-US"/>
              <a:t>How We </a:t>
            </a:r>
            <a:r>
              <a:rPr lang="en-US" altLang="pt-PT" sz="3200" b="1" spc="-150">
                <a:solidFill>
                  <a:schemeClr val="accent1"/>
                </a:solidFill>
                <a:latin typeface="+mj-lt"/>
                <a:ea typeface="Noto Serif" panose="02020600060500020200" pitchFamily="18" charset="0"/>
                <a:cs typeface="Poppins" panose="00000500000000000000" pitchFamily="2" charset="0"/>
              </a:rPr>
              <a:t>Work Become Successfully Being a Business Planning Manage</a:t>
            </a:r>
            <a:endParaRPr lang="pt-PT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0EB3941-D4DC-DB22-F677-EF1FB46B13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07354" y="3429000"/>
            <a:ext cx="3328337" cy="4794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Título</a:t>
            </a:r>
            <a:endParaRPr lang="pt-PT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557CD39-EA42-CA89-EEFB-AAC3782E0D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7354" y="4010025"/>
            <a:ext cx="3328337" cy="1182457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1800"/>
              </a:lnSpc>
              <a:buFontTx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eaLnBrk="1" hangingPunct="1">
              <a:lnSpc>
                <a:spcPts val="1800"/>
              </a:lnSpc>
            </a:pP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Vestibulum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tempor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elit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sit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dapibus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venenatis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odio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erat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dictum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neque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, sit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sagittis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ante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vel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orci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. Nam nec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elementum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.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C9E1D40A-3C2A-E8EB-A079-0E7F236372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99040" y="3236213"/>
            <a:ext cx="2952955" cy="292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Description Text One</a:t>
            </a:r>
            <a:endParaRPr lang="pt-PT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88AF35F8-331A-E41C-FEFE-013E4D4B338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8276" y="3528847"/>
            <a:ext cx="2952955" cy="953858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DEDC7D07-3764-0128-A909-5675DCB69C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9040" y="4766556"/>
            <a:ext cx="2952955" cy="292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Description Text One</a:t>
            </a:r>
            <a:endParaRPr lang="pt-PT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34441374-D344-3C03-4E88-E0A289B4BF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98276" y="5059190"/>
            <a:ext cx="2952955" cy="953858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</p:spTree>
    <p:extLst>
      <p:ext uri="{BB962C8B-B14F-4D97-AF65-F5344CB8AC3E}">
        <p14:creationId xmlns:p14="http://schemas.microsoft.com/office/powerpoint/2010/main" val="23289399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osição_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71F717-7CAF-FAC4-E5B7-15C2BF22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821A201-8BE8-C299-64C0-213A61DB6E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DAC964C-BFED-2FDC-8C52-E58BDFCA22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7341E4-0292-769B-DAE3-50270998E150}"/>
              </a:ext>
            </a:extLst>
          </p:cNvPr>
          <p:cNvSpPr/>
          <p:nvPr userDrawn="1"/>
        </p:nvSpPr>
        <p:spPr>
          <a:xfrm>
            <a:off x="0" y="2142500"/>
            <a:ext cx="10245285" cy="383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349FA445-8C95-25AB-ED0B-D0D29FC63C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9844" y="640080"/>
            <a:ext cx="4787096" cy="480447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9929F3-45BC-2691-52DC-B034FE7F4AE0}"/>
              </a:ext>
            </a:extLst>
          </p:cNvPr>
          <p:cNvSpPr/>
          <p:nvPr userDrawn="1"/>
        </p:nvSpPr>
        <p:spPr>
          <a:xfrm>
            <a:off x="8439150" y="4980539"/>
            <a:ext cx="3752850" cy="10011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0C07A01B-5D2D-E848-9B1B-4E128C190732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80999" y="2785993"/>
            <a:ext cx="6071419" cy="4794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Título</a:t>
            </a:r>
            <a:endParaRPr lang="pt-PT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7ED8B1-D383-7B15-4DEC-BFC42403FA74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81000" y="3355975"/>
            <a:ext cx="6071418" cy="1308100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23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ts val="2300"/>
              </a:lnSpc>
              <a:buFontTx/>
              <a:buNone/>
              <a:defRPr sz="1800"/>
            </a:lvl2pPr>
            <a:lvl3pPr marL="914400" indent="0">
              <a:lnSpc>
                <a:spcPts val="2300"/>
              </a:lnSpc>
              <a:buFontTx/>
              <a:buNone/>
              <a:defRPr sz="1800"/>
            </a:lvl3pPr>
            <a:lvl4pPr marL="1371600" indent="0">
              <a:lnSpc>
                <a:spcPts val="2300"/>
              </a:lnSpc>
              <a:buFontTx/>
              <a:buNone/>
              <a:defRPr sz="1800"/>
            </a:lvl4pPr>
            <a:lvl5pPr marL="1828800" indent="0">
              <a:lnSpc>
                <a:spcPts val="2300"/>
              </a:lnSpc>
              <a:buFontTx/>
              <a:buNone/>
              <a:defRPr sz="1800"/>
            </a:lvl5pPr>
          </a:lstStyle>
          <a:p>
            <a:pPr eaLnBrk="1" hangingPunct="1">
              <a:lnSpc>
                <a:spcPts val="2300"/>
              </a:lnSpc>
            </a:pP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Vestibulum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tempor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elit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sit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dapibus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venenatis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odio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erat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dictum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neque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, sit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sagittis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ante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vel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orci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. Nam nec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elementum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6F0F80A-3B10-949A-F9C7-7D2F519811C1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81000" y="4752975"/>
            <a:ext cx="6072188" cy="58102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 sz="2000">
                <a:latin typeface="+mj-lt"/>
              </a:defRPr>
            </a:lvl2pPr>
            <a:lvl3pPr marL="914400" indent="0">
              <a:buFontTx/>
              <a:buNone/>
              <a:defRPr sz="2000">
                <a:latin typeface="+mj-lt"/>
              </a:defRPr>
            </a:lvl3pPr>
            <a:lvl4pPr marL="1371600" indent="0">
              <a:buFontTx/>
              <a:buNone/>
              <a:defRPr sz="2000">
                <a:latin typeface="+mj-lt"/>
              </a:defRPr>
            </a:lvl4pPr>
            <a:lvl5pPr marL="1828800" indent="0">
              <a:buFontTx/>
              <a:buNone/>
              <a:defRPr sz="2000">
                <a:latin typeface="+mj-lt"/>
              </a:defRPr>
            </a:lvl5pPr>
          </a:lstStyle>
          <a:p>
            <a:pPr eaLnBrk="1" hangingPunct="1"/>
            <a:r>
              <a:rPr lang="en-US" altLang="pt-PT" sz="2000" b="1" i="1">
                <a:solidFill>
                  <a:schemeClr val="bg2"/>
                </a:solidFill>
                <a:latin typeface="+mj-lt"/>
                <a:cs typeface="Poppins" panose="00000500000000000000" pitchFamily="2" charset="0"/>
              </a:rPr>
              <a:t>If Everyone Is Moving Forward Together, Then Success Takes Care Of Itself.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93C2EC5A-0FBF-39A0-50BB-A736F2D1CA9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80999" y="5414403"/>
            <a:ext cx="4830763" cy="31114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Nome</a:t>
            </a:r>
            <a:endParaRPr lang="pt-PT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4F5F916-1982-3365-61EB-AB7DBD0280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82665" y="5169970"/>
            <a:ext cx="2974275" cy="31114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buFontTx/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Legenda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67251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osição_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725A9F-C029-9506-49BE-4EAE5EEA5B9F}"/>
              </a:ext>
            </a:extLst>
          </p:cNvPr>
          <p:cNvSpPr/>
          <p:nvPr userDrawn="1"/>
        </p:nvSpPr>
        <p:spPr>
          <a:xfrm>
            <a:off x="2692400" y="1030287"/>
            <a:ext cx="9121775" cy="19446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err="1">
              <a:solidFill>
                <a:schemeClr val="bg2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71F717-7CAF-FAC4-E5B7-15C2BF22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821A201-8BE8-C299-64C0-213A61DB6E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DAC964C-BFED-2FDC-8C52-E58BDFCA22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49FA445-8C95-25AB-ED0B-D0D29FC63C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566863"/>
            <a:ext cx="5689600" cy="285273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816B3D03-2AB8-86CF-7CED-11A6C2483E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7838" y="1812897"/>
            <a:ext cx="4723606" cy="103393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eaLnBrk="1" fontAlgn="auto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eaLnBrk="1" fontAlgn="auto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-150">
                <a:solidFill>
                  <a:schemeClr val="bg2"/>
                </a:solidFill>
                <a:latin typeface="+mj-lt"/>
                <a:cs typeface="Archivo Medium" pitchFamily="2" charset="0"/>
              </a:rPr>
              <a:t>The Problem</a:t>
            </a:r>
            <a:endParaRPr lang="id-ID" sz="3200" b="1" spc="-150">
              <a:solidFill>
                <a:schemeClr val="bg2"/>
              </a:solidFill>
              <a:latin typeface="+mj-lt"/>
              <a:cs typeface="Archivo Medium" pitchFamily="2" charset="0"/>
            </a:endParaRPr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EA07BFCA-2328-AB4B-B9E1-B00D2537F6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07275" y="3302444"/>
            <a:ext cx="4144169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19" name="Text Placeholder 32">
            <a:extLst>
              <a:ext uri="{FF2B5EF4-FFF2-40B4-BE49-F238E27FC236}">
                <a16:creationId xmlns:a16="http://schemas.microsoft.com/office/drawing/2014/main" id="{16ED0FBE-E01D-DF9D-4897-28B9F88D81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07275" y="4286250"/>
            <a:ext cx="4144169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21" name="Text Placeholder 32">
            <a:extLst>
              <a:ext uri="{FF2B5EF4-FFF2-40B4-BE49-F238E27FC236}">
                <a16:creationId xmlns:a16="http://schemas.microsoft.com/office/drawing/2014/main" id="{415A7E8A-414E-EC91-A6A6-AE89114A6F0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07275" y="5270056"/>
            <a:ext cx="4144169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FE9DB1C6-F557-BDCF-71D1-C49709BD3D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5407596"/>
            <a:ext cx="5308600" cy="71234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96D7A3A6-DA57-01BA-07C8-FA74EB6F7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679902"/>
            <a:ext cx="2878137" cy="6905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6000" b="1">
                <a:latin typeface="+mj-lt"/>
              </a:defRPr>
            </a:lvl1pPr>
          </a:lstStyle>
          <a:p>
            <a:pPr lvl="0"/>
            <a:r>
              <a:rPr lang="en-US"/>
              <a:t>+89</a:t>
            </a:r>
          </a:p>
        </p:txBody>
      </p:sp>
    </p:spTree>
    <p:extLst>
      <p:ext uri="{BB962C8B-B14F-4D97-AF65-F5344CB8AC3E}">
        <p14:creationId xmlns:p14="http://schemas.microsoft.com/office/powerpoint/2010/main" val="20129167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osição_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B9995A-6021-4B13-7CDF-A94326FE4BD8}"/>
              </a:ext>
            </a:extLst>
          </p:cNvPr>
          <p:cNvSpPr/>
          <p:nvPr userDrawn="1"/>
        </p:nvSpPr>
        <p:spPr>
          <a:xfrm>
            <a:off x="0" y="1041214"/>
            <a:ext cx="7721600" cy="49318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/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FFAE1FA1-9102-6916-CD62-B7568CD8576B}"/>
              </a:ext>
            </a:extLst>
          </p:cNvPr>
          <p:cNvSpPr/>
          <p:nvPr userDrawn="1"/>
        </p:nvSpPr>
        <p:spPr>
          <a:xfrm>
            <a:off x="4641761" y="2209800"/>
            <a:ext cx="4137660" cy="38038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89A0704-5DAD-D3BF-1460-80B4897596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22719" y="3570510"/>
            <a:ext cx="2256703" cy="2154555"/>
          </a:xfrm>
          <a:prstGeom prst="rect">
            <a:avLst/>
          </a:prstGeom>
          <a:pattFill prst="pct5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53046E7-E66C-90C0-A244-F82B2C13D0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22718" y="1268343"/>
            <a:ext cx="2256703" cy="2154555"/>
          </a:xfrm>
          <a:prstGeom prst="rect">
            <a:avLst/>
          </a:prstGeom>
          <a:pattFill prst="pct5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9546DAD-1430-D188-D0CA-E16BC9E0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C89F8EF-6C59-751A-39DE-190474244B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B7EF177-36D1-FD97-760C-0697586AA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D354A305-39F8-F43A-046D-37621607AA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28972" y="1452363"/>
            <a:ext cx="2733127" cy="29263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1800"/>
              </a:lnSpc>
              <a:buFontTx/>
              <a:buNone/>
              <a:defRPr sz="1600" b="1">
                <a:latin typeface="+mj-lt"/>
              </a:defRPr>
            </a:lvl1pPr>
          </a:lstStyle>
          <a:p>
            <a:pPr eaLnBrk="1" hangingPunct="1">
              <a:lnSpc>
                <a:spcPts val="1800"/>
              </a:lnSpc>
            </a:pPr>
            <a:r>
              <a:rPr lang="en-US" altLang="pt-PT" sz="1600" b="1">
                <a:solidFill>
                  <a:schemeClr val="accent6"/>
                </a:solidFill>
                <a:latin typeface="+mj-lt"/>
                <a:ea typeface="Open Sans" panose="020B0606030504020204" pitchFamily="34" charset="0"/>
                <a:cs typeface="Poppins Medium" panose="00000600000000000000" pitchFamily="50" charset="0"/>
              </a:rPr>
              <a:t>Your Text Here</a:t>
            </a:r>
          </a:p>
        </p:txBody>
      </p:sp>
      <p:sp>
        <p:nvSpPr>
          <p:cNvPr id="16" name="Text Placeholder 32">
            <a:extLst>
              <a:ext uri="{FF2B5EF4-FFF2-40B4-BE49-F238E27FC236}">
                <a16:creationId xmlns:a16="http://schemas.microsoft.com/office/drawing/2014/main" id="{7E5B9F6F-54B7-3137-2DE1-D8509935CC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8972" y="1799418"/>
            <a:ext cx="2733127" cy="953858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F59034CB-16A3-9F1E-9A4F-80690040D5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28972" y="3785675"/>
            <a:ext cx="2733127" cy="29263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1800"/>
              </a:lnSpc>
              <a:buFontTx/>
              <a:buNone/>
              <a:defRPr sz="1600" b="1">
                <a:latin typeface="+mj-lt"/>
              </a:defRPr>
            </a:lvl1pPr>
          </a:lstStyle>
          <a:p>
            <a:pPr eaLnBrk="1" hangingPunct="1">
              <a:lnSpc>
                <a:spcPts val="1800"/>
              </a:lnSpc>
            </a:pPr>
            <a:r>
              <a:rPr lang="en-US" altLang="pt-PT" sz="1600" b="1">
                <a:solidFill>
                  <a:schemeClr val="accent6"/>
                </a:solidFill>
                <a:latin typeface="+mj-lt"/>
                <a:ea typeface="Open Sans" panose="020B0606030504020204" pitchFamily="34" charset="0"/>
                <a:cs typeface="Poppins Medium" panose="00000600000000000000" pitchFamily="50" charset="0"/>
              </a:rPr>
              <a:t>Your Text Here</a:t>
            </a:r>
          </a:p>
        </p:txBody>
      </p:sp>
      <p:sp>
        <p:nvSpPr>
          <p:cNvPr id="20" name="Text Placeholder 32">
            <a:extLst>
              <a:ext uri="{FF2B5EF4-FFF2-40B4-BE49-F238E27FC236}">
                <a16:creationId xmlns:a16="http://schemas.microsoft.com/office/drawing/2014/main" id="{258BC6DE-CBE9-4D58-3BBB-B5353FD429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8972" y="4132730"/>
            <a:ext cx="2733127" cy="953858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Lorem ipsum dolor sit amet, consectetur adipiscing elit, sed do eiusmod tempor incididunt ut labore et dolore magna aliqua. Nullam ac tortor vitae purus </a:t>
            </a:r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4617D135-4BCC-4D47-F572-AB1763AB59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22543" y="2451745"/>
            <a:ext cx="1470590" cy="690563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buFontTx/>
              <a:buNone/>
              <a:defRPr sz="6000" b="1">
                <a:latin typeface="+mj-lt"/>
              </a:defRPr>
            </a:lvl1pPr>
          </a:lstStyle>
          <a:p>
            <a:pPr eaLnBrk="1" hangingPunct="1"/>
            <a:r>
              <a:rPr lang="en-US" altLang="pt-PT" sz="6000" b="1" spc="-150">
                <a:solidFill>
                  <a:schemeClr val="accent6"/>
                </a:solidFill>
                <a:latin typeface="+mj-lt"/>
                <a:cs typeface="Poppins Medium" panose="00000600000000000000" pitchFamily="50" charset="0"/>
              </a:rPr>
              <a:t>40</a:t>
            </a:r>
            <a:r>
              <a:rPr lang="en-US" altLang="pt-PT" sz="6000" b="1" spc="-150" baseline="30000">
                <a:solidFill>
                  <a:schemeClr val="accent6"/>
                </a:solidFill>
                <a:latin typeface="+mj-lt"/>
                <a:cs typeface="Poppins Medium" panose="00000600000000000000" pitchFamily="50" charset="0"/>
              </a:rPr>
              <a:t>+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D56E6F0C-C4EA-68D7-D801-036ADA8837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22543" y="3227619"/>
            <a:ext cx="1465635" cy="507833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1800"/>
              </a:lnSpc>
              <a:buFontTx/>
              <a:buNone/>
              <a:defRPr sz="1600" b="1">
                <a:latin typeface="+mj-lt"/>
              </a:defRPr>
            </a:lvl1pPr>
          </a:lstStyle>
          <a:p>
            <a:pPr eaLnBrk="1" hangingPunct="1">
              <a:lnSpc>
                <a:spcPts val="1800"/>
              </a:lnSpc>
            </a:pPr>
            <a:r>
              <a:rPr lang="en-US" altLang="pt-PT" sz="1600" b="1">
                <a:solidFill>
                  <a:schemeClr val="accent6"/>
                </a:solidFill>
                <a:latin typeface="+mj-lt"/>
                <a:cs typeface="Poppins Medium" panose="00000600000000000000" pitchFamily="50" charset="0"/>
              </a:rPr>
              <a:t>Best </a:t>
            </a:r>
            <a:r>
              <a:rPr lang="en-US" altLang="pt-PT" sz="1600" b="1" err="1">
                <a:solidFill>
                  <a:schemeClr val="accent6"/>
                </a:solidFill>
                <a:latin typeface="+mj-lt"/>
                <a:cs typeface="Poppins Medium" panose="00000600000000000000" pitchFamily="50" charset="0"/>
              </a:rPr>
              <a:t>Analystics</a:t>
            </a:r>
            <a:endParaRPr lang="en-US" altLang="pt-PT" sz="1600" b="1">
              <a:solidFill>
                <a:schemeClr val="accent6"/>
              </a:solidFill>
              <a:latin typeface="+mj-lt"/>
              <a:cs typeface="Poppins Medium" panose="00000600000000000000" pitchFamily="50" charset="0"/>
            </a:endParaRPr>
          </a:p>
        </p:txBody>
      </p:sp>
      <p:sp>
        <p:nvSpPr>
          <p:cNvPr id="29" name="Text Placeholder 32">
            <a:extLst>
              <a:ext uri="{FF2B5EF4-FFF2-40B4-BE49-F238E27FC236}">
                <a16:creationId xmlns:a16="http://schemas.microsoft.com/office/drawing/2014/main" id="{60E10ED8-1807-34B3-3732-D1AE0F4D6C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22543" y="3881673"/>
            <a:ext cx="1465635" cy="1843392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/>
            </a:lvl1pPr>
            <a:lvl2pPr marL="457200" indent="0">
              <a:buFontTx/>
              <a:buNone/>
              <a:defRPr sz="1300"/>
            </a:lvl2pPr>
            <a:lvl3pPr marL="914400" indent="0">
              <a:buFontTx/>
              <a:buNone/>
              <a:defRPr sz="1300"/>
            </a:lvl3pPr>
            <a:lvl4pPr marL="1371600" indent="0">
              <a:buFontTx/>
              <a:buNone/>
              <a:defRPr sz="1300"/>
            </a:lvl4pPr>
            <a:lvl5pPr marL="1828800" indent="0">
              <a:buFontTx/>
              <a:buNone/>
              <a:defRPr sz="1300"/>
            </a:lvl5pPr>
          </a:lstStyle>
          <a:p>
            <a:pPr eaLnBrk="1" fontAlgn="auto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300" err="1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consectetur</a:t>
            </a:r>
            <a:r>
              <a:rPr lang="id-ID" sz="1300">
                <a:solidFill>
                  <a:schemeClr val="accent6"/>
                </a:solidFill>
                <a:latin typeface="+mn-lt"/>
                <a:ea typeface="Lato" panose="020F0502020204030203" pitchFamily="34" charset="0"/>
                <a:cs typeface="Poppins" panose="00000500000000000000" pitchFamily="2" charset="0"/>
              </a:rPr>
              <a:t> adipiscing elit, sed do eiusmod tempor incididunt ut labore et dolore magna aliqua. Nullam ac tortor vitae purus </a:t>
            </a:r>
          </a:p>
        </p:txBody>
      </p:sp>
      <p:sp>
        <p:nvSpPr>
          <p:cNvPr id="45" name="Text Placeholder 13">
            <a:extLst>
              <a:ext uri="{FF2B5EF4-FFF2-40B4-BE49-F238E27FC236}">
                <a16:creationId xmlns:a16="http://schemas.microsoft.com/office/drawing/2014/main" id="{B7DC2C49-753F-BA6D-601D-62C1CADE46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394" y="1100698"/>
            <a:ext cx="5739606" cy="96040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eaLnBrk="1" fontAlgn="auto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>
              <a:lnSpc>
                <a:spcPts val="3800"/>
              </a:lnSpc>
              <a:defRPr/>
            </a:pPr>
            <a:r>
              <a:rPr lang="en-US" sz="3200" spc="-150">
                <a:solidFill>
                  <a:schemeClr val="bg2"/>
                </a:solidFill>
              </a:rPr>
              <a:t>Our Business Objectivities</a:t>
            </a:r>
            <a:endParaRPr lang="en-ID" sz="3200" spc="-150">
              <a:solidFill>
                <a:schemeClr val="bg2"/>
              </a:solidFill>
            </a:endParaRPr>
          </a:p>
        </p:txBody>
      </p:sp>
      <p:sp>
        <p:nvSpPr>
          <p:cNvPr id="49" name="Text Placeholder 47">
            <a:extLst>
              <a:ext uri="{FF2B5EF4-FFF2-40B4-BE49-F238E27FC236}">
                <a16:creationId xmlns:a16="http://schemas.microsoft.com/office/drawing/2014/main" id="{1897EBE2-5AB5-90EF-4DA4-76DCA70A2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8792" y="2380364"/>
            <a:ext cx="1108539" cy="3438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1170+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id="{76268597-3B16-3E78-884E-AAE97FEE9F7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8792" y="2753580"/>
            <a:ext cx="1108539" cy="2555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customer</a:t>
            </a:r>
          </a:p>
        </p:txBody>
      </p:sp>
      <p:sp>
        <p:nvSpPr>
          <p:cNvPr id="55" name="Text Placeholder 47">
            <a:extLst>
              <a:ext uri="{FF2B5EF4-FFF2-40B4-BE49-F238E27FC236}">
                <a16:creationId xmlns:a16="http://schemas.microsoft.com/office/drawing/2014/main" id="{B83893D7-B4F2-CEE9-049B-90E10BA8C2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73700" y="2388501"/>
            <a:ext cx="1256176" cy="3438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12K</a:t>
            </a:r>
          </a:p>
        </p:txBody>
      </p:sp>
      <p:sp>
        <p:nvSpPr>
          <p:cNvPr id="56" name="Text Placeholder 50">
            <a:extLst>
              <a:ext uri="{FF2B5EF4-FFF2-40B4-BE49-F238E27FC236}">
                <a16:creationId xmlns:a16="http://schemas.microsoft.com/office/drawing/2014/main" id="{D4A04EFD-FE99-E533-C695-76729D18437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5908" y="2761717"/>
            <a:ext cx="1273968" cy="2555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customer</a:t>
            </a:r>
          </a:p>
        </p:txBody>
      </p:sp>
      <p:sp>
        <p:nvSpPr>
          <p:cNvPr id="60" name="Text Placeholder 15">
            <a:extLst>
              <a:ext uri="{FF2B5EF4-FFF2-40B4-BE49-F238E27FC236}">
                <a16:creationId xmlns:a16="http://schemas.microsoft.com/office/drawing/2014/main" id="{55C53B8D-4066-C994-3938-020A2420C1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0" y="3190885"/>
            <a:ext cx="3950957" cy="2351174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23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ts val="2300"/>
              </a:lnSpc>
              <a:buFontTx/>
              <a:buNone/>
              <a:defRPr sz="1800"/>
            </a:lvl2pPr>
            <a:lvl3pPr marL="914400" indent="0">
              <a:lnSpc>
                <a:spcPts val="2300"/>
              </a:lnSpc>
              <a:buFontTx/>
              <a:buNone/>
              <a:defRPr sz="1800"/>
            </a:lvl3pPr>
            <a:lvl4pPr marL="1371600" indent="0">
              <a:lnSpc>
                <a:spcPts val="2300"/>
              </a:lnSpc>
              <a:buFontTx/>
              <a:buNone/>
              <a:defRPr sz="1800"/>
            </a:lvl4pPr>
            <a:lvl5pPr marL="1828800" indent="0">
              <a:lnSpc>
                <a:spcPts val="2300"/>
              </a:lnSpc>
              <a:buFontTx/>
              <a:buNone/>
              <a:defRPr sz="1800"/>
            </a:lvl5pPr>
          </a:lstStyle>
          <a:p>
            <a:pPr eaLnBrk="1" hangingPunct="1">
              <a:lnSpc>
                <a:spcPts val="2300"/>
              </a:lnSpc>
            </a:pP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Vestibulum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tempor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elit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sit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dapibus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venenatis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odio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erat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dictum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neque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, sit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sagittis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ante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vel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orci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. Nam nec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elementum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>
                <a:solidFill>
                  <a:schemeClr val="bg2"/>
                </a:solidFill>
                <a:latin typeface="+mn-lt"/>
                <a:cs typeface="Archivo Medium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96730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_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4049BC-B225-D2A4-2415-2DE586CA61E3}"/>
              </a:ext>
            </a:extLst>
          </p:cNvPr>
          <p:cNvSpPr/>
          <p:nvPr userDrawn="1"/>
        </p:nvSpPr>
        <p:spPr>
          <a:xfrm rot="5400000">
            <a:off x="1081086" y="3365500"/>
            <a:ext cx="1905000" cy="3305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45DC60-6AEF-D56A-B5CD-9D9E78360D58}"/>
              </a:ext>
            </a:extLst>
          </p:cNvPr>
          <p:cNvSpPr/>
          <p:nvPr userDrawn="1"/>
        </p:nvSpPr>
        <p:spPr>
          <a:xfrm>
            <a:off x="3686175" y="4065588"/>
            <a:ext cx="8505826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B150AA61-AB2D-C13D-00C6-FD223CA9EF6E}"/>
              </a:ext>
            </a:extLst>
          </p:cNvPr>
          <p:cNvSpPr>
            <a:spLocks noGrp="1" noChangeArrowheads="1"/>
          </p:cNvSpPr>
          <p:nvPr>
            <p:ph type="pic" sz="quarter" idx="10"/>
          </p:nvPr>
        </p:nvSpPr>
        <p:spPr bwMode="auto">
          <a:xfrm>
            <a:off x="381000" y="1041214"/>
            <a:ext cx="11810999" cy="3024374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BA04F3D-8A23-C603-38AE-AF51E6025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8F10761E-6832-D234-1FBA-D34597F3CE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9FE44EF-DE3E-3AB7-3174-55CD676C5E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651CD98C-CC61-5446-1A5E-A6F80F5940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4350952"/>
            <a:ext cx="2744787" cy="1334828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lnSpc>
                <a:spcPts val="1800"/>
              </a:lnSpc>
              <a:buFontTx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eaLnBrk="1" hangingPunct="1">
              <a:lnSpc>
                <a:spcPts val="1800"/>
              </a:lnSpc>
            </a:pP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Vestibulum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tempor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elit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sit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dapibus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venenatis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,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odio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erat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dictum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neque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, sit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amet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sagittis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ante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vel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orci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. Nam nec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elementum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 </a:t>
            </a:r>
            <a:r>
              <a:rPr lang="en-ID" altLang="pt-PT" sz="1600" err="1">
                <a:solidFill>
                  <a:schemeClr val="bg2"/>
                </a:solidFill>
                <a:latin typeface="+mn-lt"/>
                <a:cs typeface="Archivo Medium" pitchFamily="2" charset="0"/>
              </a:rPr>
              <a:t>felis</a:t>
            </a:r>
            <a:r>
              <a:rPr lang="en-ID" altLang="pt-PT" sz="1600">
                <a:solidFill>
                  <a:schemeClr val="bg2"/>
                </a:solidFill>
                <a:latin typeface="+mn-lt"/>
                <a:cs typeface="Archivo Medium" pitchFamily="2" charset="0"/>
              </a:rPr>
              <a:t>.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44A1D7F3-972F-CEAA-74E1-5CE7C59537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10242" y="4355096"/>
            <a:ext cx="5824866" cy="4794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40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Título </a:t>
            </a:r>
            <a:r>
              <a:rPr lang="en-US" err="1"/>
              <a:t>separador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32701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_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BC0511B-EC14-EFB7-9658-107FBEF5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3E9F227B-15D9-37FD-7F78-4FDC302636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04945E3-FFEE-6F77-03D7-C9F7F7827D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D1BB0B5-B9A6-80DC-7DAD-D6CD1B46D893}"/>
              </a:ext>
            </a:extLst>
          </p:cNvPr>
          <p:cNvSpPr/>
          <p:nvPr userDrawn="1"/>
        </p:nvSpPr>
        <p:spPr>
          <a:xfrm>
            <a:off x="8203776" y="3208020"/>
            <a:ext cx="3251045" cy="2773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887EAC-AF68-C157-87B8-18559E670DD5}"/>
              </a:ext>
            </a:extLst>
          </p:cNvPr>
          <p:cNvSpPr/>
          <p:nvPr userDrawn="1"/>
        </p:nvSpPr>
        <p:spPr>
          <a:xfrm>
            <a:off x="4668632" y="3208020"/>
            <a:ext cx="3251045" cy="2773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4CBC8B-320D-182D-B1DD-DA6A2E4DE52B}"/>
              </a:ext>
            </a:extLst>
          </p:cNvPr>
          <p:cNvSpPr/>
          <p:nvPr userDrawn="1"/>
        </p:nvSpPr>
        <p:spPr>
          <a:xfrm>
            <a:off x="1133489" y="3208020"/>
            <a:ext cx="3251045" cy="2773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03E125-A4C7-CF18-86DB-646B29545B08}"/>
              </a:ext>
            </a:extLst>
          </p:cNvPr>
          <p:cNvSpPr>
            <a:spLocks noGrp="1" noChangeArrowheads="1"/>
          </p:cNvSpPr>
          <p:nvPr>
            <p:ph type="pic" sz="quarter" idx="10"/>
          </p:nvPr>
        </p:nvSpPr>
        <p:spPr bwMode="auto">
          <a:xfrm>
            <a:off x="0" y="1041214"/>
            <a:ext cx="12191999" cy="3024374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E55C7F7-F7CE-3CCE-29A6-C73367CAFE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6086" y="4792799"/>
            <a:ext cx="3235804" cy="1318441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500" spc="-150">
                <a:ln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pt-PT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EADFDCD-1BED-4B05-84FE-D0FE5E07D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8683" y="4792799"/>
            <a:ext cx="3238350" cy="1318441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500" spc="-150">
                <a:ln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pt-PT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9C694EF-3329-4669-13ED-CB6F5CCA17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33490" y="4792799"/>
            <a:ext cx="3235804" cy="1318441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 sz="11500" spc="-150">
                <a:ln>
                  <a:solidFill>
                    <a:schemeClr val="bg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38432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dor pre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12D255B-C49D-531B-3B11-11C84148F6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77506" y="-206907"/>
            <a:ext cx="7275153" cy="7275153"/>
          </a:xfrm>
          <a:prstGeom prst="rect">
            <a:avLst/>
          </a:prstGeom>
        </p:spPr>
      </p:pic>
      <p:sp>
        <p:nvSpPr>
          <p:cNvPr id="7" name="Title 10">
            <a:extLst>
              <a:ext uri="{FF2B5EF4-FFF2-40B4-BE49-F238E27FC236}">
                <a16:creationId xmlns:a16="http://schemas.microsoft.com/office/drawing/2014/main" id="{2F4BE986-5FF6-AD8C-FA95-8C0725DEFF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897" y="2884861"/>
            <a:ext cx="5575300" cy="979091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5600" b="1" i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principal</a:t>
            </a:r>
            <a:endParaRPr lang="en-PT"/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66693BA7-517E-05B9-BA19-560A070F45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85897" y="3863952"/>
            <a:ext cx="5575300" cy="52189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2400" b="0">
                <a:solidFill>
                  <a:schemeClr val="tx1"/>
                </a:solidFill>
                <a:latin typeface="Borna" pitchFamily="50" charset="0"/>
              </a:defRPr>
            </a:lvl1pPr>
            <a:lvl2pPr marL="457200" indent="0">
              <a:buFontTx/>
              <a:buNone/>
              <a:defRPr sz="3200" b="0"/>
            </a:lvl2pPr>
            <a:lvl3pPr marL="914400" indent="0">
              <a:buFontTx/>
              <a:buNone/>
              <a:defRPr sz="3200" b="0"/>
            </a:lvl3pPr>
            <a:lvl4pPr marL="1371600" indent="0">
              <a:buFontTx/>
              <a:buNone/>
              <a:defRPr sz="3200" b="0"/>
            </a:lvl4pPr>
            <a:lvl5pPr marL="1828800" indent="0">
              <a:buFontTx/>
              <a:buNone/>
              <a:defRPr sz="3200" b="0"/>
            </a:lvl5pPr>
          </a:lstStyle>
          <a:p>
            <a:pPr lvl="0"/>
            <a:r>
              <a:rPr lang="en-GB" err="1"/>
              <a:t>Inserir</a:t>
            </a:r>
            <a:r>
              <a:rPr lang="en-GB"/>
              <a:t> </a:t>
            </a:r>
            <a:r>
              <a:rPr lang="en-GB" err="1"/>
              <a:t>texto</a:t>
            </a:r>
            <a:r>
              <a:rPr lang="en-GB"/>
              <a:t> </a:t>
            </a:r>
            <a:r>
              <a:rPr lang="en-GB" err="1"/>
              <a:t>secundário</a:t>
            </a:r>
            <a:r>
              <a:rPr lang="en-GB"/>
              <a:t> </a:t>
            </a:r>
            <a:r>
              <a:rPr lang="en-GB" err="1"/>
              <a:t>aqui</a:t>
            </a:r>
            <a:endParaRPr lang="en-PT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B03D3C-CA8A-B68A-2069-12E1557885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5897" y="2217553"/>
            <a:ext cx="1705828" cy="66730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56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  <a:endParaRPr lang="en-PT" dirty="0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3B5CF7C7-BEC2-CC93-8A76-E0486D5827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5659C5D-C470-7A12-316F-F50494D3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97284A2-ED69-F12D-9C92-1AB040986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59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azul">
    <p:bg>
      <p:bgPr>
        <a:solidFill>
          <a:srgbClr val="377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0">
            <a:extLst>
              <a:ext uri="{FF2B5EF4-FFF2-40B4-BE49-F238E27FC236}">
                <a16:creationId xmlns:a16="http://schemas.microsoft.com/office/drawing/2014/main" id="{2F4BE986-5FF6-AD8C-FA95-8C0725DEFF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897" y="2884861"/>
            <a:ext cx="5575300" cy="979091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56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err="1"/>
              <a:t>Título</a:t>
            </a:r>
            <a:r>
              <a:rPr lang="en-GB"/>
              <a:t> principal</a:t>
            </a:r>
            <a:endParaRPr lang="en-PT"/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66693BA7-517E-05B9-BA19-560A070F45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85897" y="3863952"/>
            <a:ext cx="5575300" cy="52189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2400" b="0">
                <a:solidFill>
                  <a:schemeClr val="bg1"/>
                </a:solidFill>
                <a:latin typeface="Borna" pitchFamily="50" charset="0"/>
              </a:defRPr>
            </a:lvl1pPr>
            <a:lvl2pPr marL="457200" indent="0">
              <a:buFontTx/>
              <a:buNone/>
              <a:defRPr sz="3200" b="0"/>
            </a:lvl2pPr>
            <a:lvl3pPr marL="914400" indent="0">
              <a:buFontTx/>
              <a:buNone/>
              <a:defRPr sz="3200" b="0"/>
            </a:lvl3pPr>
            <a:lvl4pPr marL="1371600" indent="0">
              <a:buFontTx/>
              <a:buNone/>
              <a:defRPr sz="3200" b="0"/>
            </a:lvl4pPr>
            <a:lvl5pPr marL="1828800" indent="0">
              <a:buFontTx/>
              <a:buNone/>
              <a:defRPr sz="3200" b="0"/>
            </a:lvl5pPr>
          </a:lstStyle>
          <a:p>
            <a:pPr lvl="0"/>
            <a:r>
              <a:rPr lang="en-GB" err="1"/>
              <a:t>Inserir</a:t>
            </a:r>
            <a:r>
              <a:rPr lang="en-GB"/>
              <a:t> </a:t>
            </a:r>
            <a:r>
              <a:rPr lang="en-GB" err="1"/>
              <a:t>texto</a:t>
            </a:r>
            <a:r>
              <a:rPr lang="en-GB"/>
              <a:t> </a:t>
            </a:r>
            <a:r>
              <a:rPr lang="en-GB" err="1"/>
              <a:t>secundário</a:t>
            </a:r>
            <a:r>
              <a:rPr lang="en-GB"/>
              <a:t> </a:t>
            </a:r>
            <a:r>
              <a:rPr lang="en-GB" err="1"/>
              <a:t>aqui</a:t>
            </a:r>
            <a:endParaRPr lang="en-PT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B03D3C-CA8A-B68A-2069-12E1557885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5897" y="2217553"/>
            <a:ext cx="1705828" cy="66730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5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  <a:endParaRPr lang="en-PT" dirty="0"/>
          </a:p>
        </p:txBody>
      </p:sp>
      <p:pic>
        <p:nvPicPr>
          <p:cNvPr id="6" name="Picture 5" descr="A green and black circle&#10;&#10;AI-generated content may be incorrect.">
            <a:extLst>
              <a:ext uri="{FF2B5EF4-FFF2-40B4-BE49-F238E27FC236}">
                <a16:creationId xmlns:a16="http://schemas.microsoft.com/office/drawing/2014/main" id="{AF424454-3C9A-B9F3-C211-580D5FC93A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61112" y="706928"/>
            <a:ext cx="5451764" cy="5451764"/>
          </a:xfrm>
          <a:prstGeom prst="rect">
            <a:avLst/>
          </a:prstGeom>
        </p:spPr>
      </p:pic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F7840C92-9D3B-7312-4E82-B1C93799E0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7" y="6179480"/>
            <a:ext cx="2165880" cy="582381"/>
          </a:xfrm>
          <a:prstGeom prst="rect">
            <a:avLst/>
          </a:prstGeom>
        </p:spPr>
      </p:pic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3B5CF7C7-BEC2-CC93-8A76-E0486D5827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5659C5D-C470-7A12-316F-F50494D3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64351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20F3287-04AF-4DA6-E1C1-F9E7F7E9959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6713" y="990600"/>
            <a:ext cx="11399837" cy="4982459"/>
          </a:xfrm>
          <a:prstGeom prst="rect">
            <a:avLst/>
          </a:prstGeom>
        </p:spPr>
        <p:txBody>
          <a:bodyPr lIns="0" tIns="0" rIns="0"/>
          <a:lstStyle>
            <a:lvl1pPr marL="0" indent="0">
              <a:buFontTx/>
              <a:buNone/>
              <a:defRPr sz="1000"/>
            </a:lvl1pPr>
          </a:lstStyle>
          <a:p>
            <a:pPr lvl="0"/>
            <a:endParaRPr lang="pt-P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3A5158E-80C8-B67C-21A5-63844B97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C4062FAC-BB87-F89D-6F4E-002466E5AD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5EC44E8-B004-9D10-F49C-4180FA6774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20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16" userDrawn="1">
          <p15:clr>
            <a:srgbClr val="FBAE40"/>
          </p15:clr>
        </p15:guide>
        <p15:guide id="2" orient="horz" pos="62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pre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99027F-AB27-4AC6-4D6D-897A5CB25B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901023"/>
            <a:ext cx="8263379" cy="1791927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lnSpc>
                <a:spcPts val="4600"/>
              </a:lnSpc>
              <a:defRPr sz="3800" spc="-150"/>
            </a:lvl1pPr>
          </a:lstStyle>
          <a:p>
            <a:r>
              <a:rPr lang="en-US"/>
              <a:t>“</a:t>
            </a:r>
            <a:r>
              <a:rPr lang="en-US" err="1"/>
              <a:t>Espaço</a:t>
            </a:r>
            <a:r>
              <a:rPr lang="en-US"/>
              <a:t> </a:t>
            </a:r>
            <a:r>
              <a:rPr lang="en-US" err="1"/>
              <a:t>reservado</a:t>
            </a:r>
            <a:r>
              <a:rPr lang="en-US"/>
              <a:t> para a </a:t>
            </a:r>
            <a:r>
              <a:rPr lang="en-US" err="1"/>
              <a:t>criação</a:t>
            </a:r>
            <a:br>
              <a:rPr lang="en-US"/>
            </a:br>
            <a:r>
              <a:rPr lang="en-US"/>
              <a:t>de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citação</a:t>
            </a:r>
            <a:r>
              <a:rPr lang="en-US"/>
              <a:t> de </a:t>
            </a:r>
            <a:r>
              <a:rPr lang="en-US" err="1"/>
              <a:t>alguém</a:t>
            </a:r>
            <a:r>
              <a:rPr lang="en-US"/>
              <a:t>”</a:t>
            </a:r>
            <a:endParaRPr lang="pt-PT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DC728B-3C04-47E7-6042-C89B802706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006850"/>
            <a:ext cx="4464050" cy="329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600" b="1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Nome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1B8EF2F-C285-E8D6-30B5-28D2C72AF9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4257759"/>
            <a:ext cx="4464050" cy="329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 b="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Cargo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748DDB3-7657-7A71-5B34-03E6C033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5D89E789-D709-0009-7084-D5D26D988A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C835FCE-6C2D-88F1-5F61-5579BD5B8D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38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ver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201A6F-9FBC-D6D1-5703-6E0D1DBBB7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901023"/>
            <a:ext cx="8263379" cy="1791927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lnSpc>
                <a:spcPts val="4600"/>
              </a:lnSpc>
              <a:defRPr sz="3800" spc="-150"/>
            </a:lvl1pPr>
          </a:lstStyle>
          <a:p>
            <a:r>
              <a:rPr lang="en-US"/>
              <a:t>“</a:t>
            </a:r>
            <a:r>
              <a:rPr lang="en-US" err="1"/>
              <a:t>Espaço</a:t>
            </a:r>
            <a:r>
              <a:rPr lang="en-US"/>
              <a:t> </a:t>
            </a:r>
            <a:r>
              <a:rPr lang="en-US" err="1"/>
              <a:t>reservado</a:t>
            </a:r>
            <a:r>
              <a:rPr lang="en-US"/>
              <a:t> para a </a:t>
            </a:r>
            <a:r>
              <a:rPr lang="en-US" err="1"/>
              <a:t>criação</a:t>
            </a:r>
            <a:r>
              <a:rPr lang="en-US"/>
              <a:t> </a:t>
            </a:r>
            <a:br>
              <a:rPr lang="en-US"/>
            </a:br>
            <a:r>
              <a:rPr lang="en-US"/>
              <a:t>de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citação</a:t>
            </a:r>
            <a:r>
              <a:rPr lang="en-US"/>
              <a:t> de </a:t>
            </a:r>
            <a:r>
              <a:rPr lang="en-US" err="1"/>
              <a:t>alguém</a:t>
            </a:r>
            <a:r>
              <a:rPr lang="en-US"/>
              <a:t>”</a:t>
            </a:r>
            <a:endParaRPr lang="pt-PT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18082BC-510E-D281-6785-0E784137A0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006850"/>
            <a:ext cx="4464050" cy="329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600" b="1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Nome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5EDBFC1-DF9D-2397-E409-67C78635AE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4257759"/>
            <a:ext cx="4464050" cy="329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 b="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Cargo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3E3D4-40E9-8D71-4390-D84E860E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598BE6C8-5E21-B5F2-F9E8-6DE364C671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BC8375-4153-3FEB-FB3B-501C9E6208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80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201A6F-9FBC-D6D1-5703-6E0D1DBBB7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901023"/>
            <a:ext cx="8263379" cy="1791927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lnSpc>
                <a:spcPts val="4600"/>
              </a:lnSpc>
              <a:defRPr sz="3800" spc="-150"/>
            </a:lvl1pPr>
          </a:lstStyle>
          <a:p>
            <a:r>
              <a:rPr lang="en-US"/>
              <a:t>“</a:t>
            </a:r>
            <a:r>
              <a:rPr lang="en-US" err="1"/>
              <a:t>Espaço</a:t>
            </a:r>
            <a:r>
              <a:rPr lang="en-US"/>
              <a:t> </a:t>
            </a:r>
            <a:r>
              <a:rPr lang="en-US" err="1"/>
              <a:t>reservado</a:t>
            </a:r>
            <a:r>
              <a:rPr lang="en-US"/>
              <a:t> para a </a:t>
            </a:r>
            <a:r>
              <a:rPr lang="en-US" err="1"/>
              <a:t>criação</a:t>
            </a:r>
            <a:r>
              <a:rPr lang="en-US"/>
              <a:t> </a:t>
            </a:r>
            <a:br>
              <a:rPr lang="en-US"/>
            </a:br>
            <a:r>
              <a:rPr lang="en-US"/>
              <a:t>de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citação</a:t>
            </a:r>
            <a:r>
              <a:rPr lang="en-US"/>
              <a:t> de </a:t>
            </a:r>
            <a:r>
              <a:rPr lang="en-US" err="1"/>
              <a:t>alguém</a:t>
            </a:r>
            <a:r>
              <a:rPr lang="en-US"/>
              <a:t>”</a:t>
            </a:r>
            <a:endParaRPr lang="pt-PT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18082BC-510E-D281-6785-0E784137A0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006850"/>
            <a:ext cx="4464050" cy="329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600" b="1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Nome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5EDBFC1-DF9D-2397-E409-67C78635AE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4257759"/>
            <a:ext cx="4464050" cy="32948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FontTx/>
              <a:buNone/>
              <a:defRPr sz="1400" b="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Cargo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3E3D4-40E9-8D71-4390-D84E860E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598BE6C8-5E21-B5F2-F9E8-6DE364C671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BC8375-4153-3FEB-FB3B-501C9E6208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76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asp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72D172B-428A-B330-75B8-C124A2988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F5D87A1C-04A5-464D-9747-6D64679AA987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C107CB6D-DD27-D874-71AF-46D3F801C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3531" y="6350021"/>
            <a:ext cx="3944937" cy="2413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Borna" pitchFamily="50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NOVA IMS | </a:t>
            </a:r>
            <a:r>
              <a:rPr lang="en-GB" err="1"/>
              <a:t>Título</a:t>
            </a:r>
            <a:r>
              <a:rPr lang="en-GB"/>
              <a:t> da </a:t>
            </a:r>
            <a:r>
              <a:rPr lang="en-GB" err="1"/>
              <a:t>apresentação</a:t>
            </a:r>
            <a:endParaRPr lang="en-PT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A65D990-C4C3-FA89-C413-EC42715876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15" y="6179480"/>
            <a:ext cx="2165882" cy="582382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D278848-F8AD-0196-464E-A30BD53BC40E}"/>
              </a:ext>
            </a:extLst>
          </p:cNvPr>
          <p:cNvSpPr/>
          <p:nvPr userDrawn="1"/>
        </p:nvSpPr>
        <p:spPr>
          <a:xfrm>
            <a:off x="1470025" y="1220788"/>
            <a:ext cx="1490663" cy="1214437"/>
          </a:xfrm>
          <a:custGeom>
            <a:avLst/>
            <a:gdLst/>
            <a:ahLst/>
            <a:cxnLst/>
            <a:rect l="l" t="t" r="r" b="b"/>
            <a:pathLst>
              <a:path w="734653" h="597828">
                <a:moveTo>
                  <a:pt x="690448" y="0"/>
                </a:moveTo>
                <a:lnTo>
                  <a:pt x="715708" y="107357"/>
                </a:lnTo>
                <a:cubicBezTo>
                  <a:pt x="660978" y="108760"/>
                  <a:pt x="625894" y="127004"/>
                  <a:pt x="610457" y="162087"/>
                </a:cubicBezTo>
                <a:cubicBezTo>
                  <a:pt x="595020" y="197171"/>
                  <a:pt x="587302" y="242078"/>
                  <a:pt x="587302" y="296809"/>
                </a:cubicBezTo>
                <a:lnTo>
                  <a:pt x="734653" y="296809"/>
                </a:lnTo>
                <a:lnTo>
                  <a:pt x="734653" y="597828"/>
                </a:lnTo>
                <a:lnTo>
                  <a:pt x="431530" y="597828"/>
                </a:lnTo>
                <a:cubicBezTo>
                  <a:pt x="431530" y="555727"/>
                  <a:pt x="431881" y="514679"/>
                  <a:pt x="432582" y="474684"/>
                </a:cubicBezTo>
                <a:cubicBezTo>
                  <a:pt x="433284" y="434688"/>
                  <a:pt x="434337" y="397850"/>
                  <a:pt x="435740" y="364170"/>
                </a:cubicBezTo>
                <a:cubicBezTo>
                  <a:pt x="439950" y="243482"/>
                  <a:pt x="459246" y="152615"/>
                  <a:pt x="493628" y="91569"/>
                </a:cubicBezTo>
                <a:cubicBezTo>
                  <a:pt x="528010" y="30523"/>
                  <a:pt x="593617" y="0"/>
                  <a:pt x="690448" y="0"/>
                </a:cubicBezTo>
                <a:close/>
                <a:moveTo>
                  <a:pt x="258918" y="0"/>
                </a:moveTo>
                <a:lnTo>
                  <a:pt x="284178" y="107357"/>
                </a:lnTo>
                <a:cubicBezTo>
                  <a:pt x="229447" y="108760"/>
                  <a:pt x="194364" y="127004"/>
                  <a:pt x="178927" y="162087"/>
                </a:cubicBezTo>
                <a:cubicBezTo>
                  <a:pt x="163490" y="197171"/>
                  <a:pt x="155772" y="242078"/>
                  <a:pt x="155772" y="296809"/>
                </a:cubicBezTo>
                <a:lnTo>
                  <a:pt x="303123" y="296809"/>
                </a:lnTo>
                <a:lnTo>
                  <a:pt x="303123" y="597828"/>
                </a:lnTo>
                <a:lnTo>
                  <a:pt x="0" y="597828"/>
                </a:lnTo>
                <a:cubicBezTo>
                  <a:pt x="0" y="555727"/>
                  <a:pt x="350" y="514679"/>
                  <a:pt x="1052" y="474684"/>
                </a:cubicBezTo>
                <a:cubicBezTo>
                  <a:pt x="1754" y="434688"/>
                  <a:pt x="2806" y="397850"/>
                  <a:pt x="4210" y="364170"/>
                </a:cubicBezTo>
                <a:cubicBezTo>
                  <a:pt x="8420" y="243482"/>
                  <a:pt x="27716" y="152615"/>
                  <a:pt x="62098" y="91569"/>
                </a:cubicBezTo>
                <a:cubicBezTo>
                  <a:pt x="96480" y="30523"/>
                  <a:pt x="162087" y="0"/>
                  <a:pt x="25891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A6892A92-1B1D-F2E7-B2C6-3C3CAF7B38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53985" y="1829715"/>
            <a:ext cx="8967990" cy="3292799"/>
          </a:xfrm>
          <a:prstGeom prst="rect">
            <a:avLst/>
          </a:prstGeom>
        </p:spPr>
        <p:txBody>
          <a:bodyPr lIns="0" tIns="0" rIns="0" bIns="0"/>
          <a:lstStyle>
            <a:lvl1pPr marL="0" indent="0" eaLnBrk="1" fontAlgn="auto" hangingPunct="1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US" sz="3600">
                <a:solidFill>
                  <a:srgbClr val="0D0E10"/>
                </a:solidFill>
              </a:defRPr>
            </a:lvl1pPr>
            <a:lvl2pPr marL="457200" indent="0">
              <a:buFontTx/>
              <a:buNone/>
              <a:defRPr sz="3600"/>
            </a:lvl2pPr>
            <a:lvl3pPr marL="914400" indent="0">
              <a:buFontTx/>
              <a:buNone/>
              <a:defRPr sz="3600"/>
            </a:lvl3pPr>
            <a:lvl4pPr marL="1371600" indent="0">
              <a:buFontTx/>
              <a:buNone/>
              <a:defRPr sz="3600"/>
            </a:lvl4pPr>
            <a:lvl5pPr marL="1828800" indent="0">
              <a:buFontTx/>
              <a:buNone/>
              <a:defRPr sz="3600"/>
            </a:lvl5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>
                <a:solidFill>
                  <a:srgbClr val="0D0E10"/>
                </a:solidFill>
                <a:latin typeface="+mj-lt"/>
              </a:rPr>
              <a:t>Embrace what you don’t know, especially in the beginning, because what you don’t know can become your greatest asset. </a:t>
            </a:r>
            <a:r>
              <a:rPr lang="en-US" sz="3600" b="1">
                <a:solidFill>
                  <a:schemeClr val="accent1"/>
                </a:solidFill>
                <a:latin typeface="+mj-lt"/>
              </a:rPr>
              <a:t>It ensures that you will absolutely be doing things </a:t>
            </a:r>
            <a:r>
              <a:rPr lang="en-US" sz="3600">
                <a:solidFill>
                  <a:srgbClr val="0D0E10"/>
                </a:solidFill>
                <a:latin typeface="+mj-lt"/>
              </a:rPr>
              <a:t>different from everybody else.”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BE9373-ED1B-10AC-C222-8DC91974FA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54188" y="5225513"/>
            <a:ext cx="8967787" cy="2282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Nome</a:t>
            </a:r>
            <a:endParaRPr lang="pt-PT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654A0CD-9924-2436-B68F-6F72E18064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54188" y="5453797"/>
            <a:ext cx="8967787" cy="2282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1400" b="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Cargo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49419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 pre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535467E-3C94-5733-EA54-6B14231D0F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9588" y="3012012"/>
            <a:ext cx="6308725" cy="9763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8000" b="0" spc="-150">
                <a:latin typeface="+mj-lt"/>
              </a:defRPr>
            </a:lvl1pPr>
          </a:lstStyle>
          <a:p>
            <a:pPr lvl="0"/>
            <a:r>
              <a:rPr lang="en-US" err="1"/>
              <a:t>Obrigado</a:t>
            </a:r>
            <a:r>
              <a:rPr lang="en-US"/>
              <a:t>/a.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55659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7416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 ver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DE4B999-D1C5-EF07-7B0C-0FBFBB75D1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9588" y="3012012"/>
            <a:ext cx="6308725" cy="9763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8000" b="0" spc="-150">
                <a:latin typeface="+mj-lt"/>
              </a:defRPr>
            </a:lvl1pPr>
          </a:lstStyle>
          <a:p>
            <a:pPr lvl="0"/>
            <a:r>
              <a:rPr lang="en-US" err="1"/>
              <a:t>Obrigado</a:t>
            </a:r>
            <a:r>
              <a:rPr lang="en-US"/>
              <a:t>/a.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8349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7416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 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3CB5D1-FC04-36FA-D123-C3D1A53314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9588" y="3012012"/>
            <a:ext cx="6308725" cy="9763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8000" b="0" spc="-150">
                <a:latin typeface="+mj-lt"/>
              </a:defRPr>
            </a:lvl1pPr>
          </a:lstStyle>
          <a:p>
            <a:pPr lvl="0"/>
            <a:r>
              <a:rPr lang="en-US" err="1"/>
              <a:t>Obrigado</a:t>
            </a:r>
            <a:r>
              <a:rPr lang="en-US"/>
              <a:t>/a.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86480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741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68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90" r:id="rId2"/>
    <p:sldLayoutId id="2147483691" r:id="rId3"/>
    <p:sldLayoutId id="2147483661" r:id="rId4"/>
    <p:sldLayoutId id="2147483662" r:id="rId5"/>
    <p:sldLayoutId id="2147483692" r:id="rId6"/>
    <p:sldLayoutId id="2147483693" r:id="rId7"/>
    <p:sldLayoutId id="2147483703" r:id="rId8"/>
    <p:sldLayoutId id="2147483669" r:id="rId9"/>
    <p:sldLayoutId id="2147483708" r:id="rId10"/>
    <p:sldLayoutId id="2147483707" r:id="rId11"/>
    <p:sldLayoutId id="2147483676" r:id="rId12"/>
    <p:sldLayoutId id="2147483709" r:id="rId13"/>
    <p:sldLayoutId id="2147483671" r:id="rId14"/>
    <p:sldLayoutId id="2147483672" r:id="rId15"/>
    <p:sldLayoutId id="2147483673" r:id="rId16"/>
    <p:sldLayoutId id="2147483683" r:id="rId17"/>
    <p:sldLayoutId id="2147483684" r:id="rId18"/>
    <p:sldLayoutId id="2147483686" r:id="rId19"/>
    <p:sldLayoutId id="2147483687" r:id="rId20"/>
    <p:sldLayoutId id="2147483700" r:id="rId21"/>
    <p:sldLayoutId id="2147483701" r:id="rId22"/>
    <p:sldLayoutId id="2147483702" r:id="rId23"/>
    <p:sldLayoutId id="2147483682" r:id="rId24"/>
    <p:sldLayoutId id="2147483685" r:id="rId25"/>
    <p:sldLayoutId id="2147483689" r:id="rId26"/>
    <p:sldLayoutId id="2147483694" r:id="rId27"/>
    <p:sldLayoutId id="2147483710" r:id="rId28"/>
    <p:sldLayoutId id="2147483680" r:id="rId29"/>
    <p:sldLayoutId id="2147483665" r:id="rId30"/>
    <p:sldLayoutId id="2147483666" r:id="rId31"/>
    <p:sldLayoutId id="2147483699" r:id="rId32"/>
    <p:sldLayoutId id="2147483704" r:id="rId33"/>
    <p:sldLayoutId id="2147483650" r:id="rId34"/>
    <p:sldLayoutId id="2147483705" r:id="rId35"/>
    <p:sldLayoutId id="2147483706" r:id="rId3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1E6A97-0A51-6B7F-4021-DCFC42F902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7" y="1468665"/>
            <a:ext cx="4830763" cy="1960335"/>
          </a:xfrm>
        </p:spPr>
        <p:txBody>
          <a:bodyPr/>
          <a:lstStyle/>
          <a:p>
            <a:r>
              <a:rPr lang="pt-PT" sz="4400" dirty="0" err="1"/>
              <a:t>Using</a:t>
            </a:r>
            <a:r>
              <a:rPr lang="pt-PT" sz="4400" dirty="0"/>
              <a:t> </a:t>
            </a:r>
            <a:r>
              <a:rPr lang="pt-PT" sz="4400" dirty="0" err="1"/>
              <a:t>Big</a:t>
            </a:r>
            <a:r>
              <a:rPr lang="pt-PT" sz="4400" dirty="0"/>
              <a:t> Data </a:t>
            </a:r>
            <a:r>
              <a:rPr lang="pt-PT" sz="4400" dirty="0" err="1"/>
              <a:t>with</a:t>
            </a:r>
            <a:r>
              <a:rPr lang="pt-PT" sz="4400" dirty="0"/>
              <a:t> </a:t>
            </a:r>
            <a:r>
              <a:rPr lang="pt-PT" sz="4400" dirty="0" err="1"/>
              <a:t>Spark</a:t>
            </a:r>
            <a:r>
              <a:rPr lang="pt-PT" sz="4400" dirty="0"/>
              <a:t> for US </a:t>
            </a:r>
            <a:r>
              <a:rPr lang="pt-PT" sz="4400" dirty="0" err="1"/>
              <a:t>Flight</a:t>
            </a:r>
            <a:r>
              <a:rPr lang="pt-PT" sz="4400" dirty="0"/>
              <a:t> </a:t>
            </a:r>
            <a:r>
              <a:rPr lang="pt-PT" sz="4400" dirty="0" err="1"/>
              <a:t>Delays</a:t>
            </a:r>
            <a:endParaRPr lang="pt-PT" sz="4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0DCEC-B420-14DB-7396-E881B752CE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5212240"/>
            <a:ext cx="4830763" cy="523875"/>
          </a:xfrm>
        </p:spPr>
        <p:txBody>
          <a:bodyPr/>
          <a:lstStyle/>
          <a:p>
            <a:r>
              <a:rPr lang="pt-PT" sz="1800" dirty="0">
                <a:latin typeface="+mj-lt"/>
                <a:cs typeface="Times New Roman" panose="02020603050405020304" pitchFamily="18" charset="0"/>
              </a:rPr>
              <a:t>Lowie De Wever - 20231733 </a:t>
            </a:r>
          </a:p>
          <a:p>
            <a:r>
              <a:rPr lang="pt-PT" sz="1800" dirty="0" err="1">
                <a:latin typeface="+mj-lt"/>
                <a:cs typeface="Times New Roman" panose="02020603050405020304" pitchFamily="18" charset="0"/>
              </a:rPr>
              <a:t>Phat</a:t>
            </a:r>
            <a:r>
              <a:rPr lang="pt-PT" sz="1800" dirty="0">
                <a:latin typeface="+mj-lt"/>
                <a:cs typeface="Times New Roman" panose="02020603050405020304" pitchFamily="18" charset="0"/>
              </a:rPr>
              <a:t> Ma - 20222001</a:t>
            </a:r>
          </a:p>
          <a:p>
            <a:r>
              <a:rPr lang="pt-PT" sz="1800" dirty="0" err="1">
                <a:latin typeface="+mj-lt"/>
                <a:cs typeface="Times New Roman" panose="02020603050405020304" pitchFamily="18" charset="0"/>
              </a:rPr>
              <a:t>Lurii</a:t>
            </a:r>
            <a:r>
              <a:rPr lang="pt-PT" sz="1800" dirty="0">
                <a:latin typeface="+mj-lt"/>
                <a:cs typeface="Times New Roman" panose="02020603050405020304" pitchFamily="18" charset="0"/>
              </a:rPr>
              <a:t> Sheiman - 20231734</a:t>
            </a:r>
          </a:p>
          <a:p>
            <a:r>
              <a:rPr lang="pt-PT" sz="1800" dirty="0">
                <a:latin typeface="+mj-lt"/>
                <a:cs typeface="Times New Roman" panose="02020603050405020304" pitchFamily="18" charset="0"/>
              </a:rPr>
              <a:t>Atila Soleimanian - 20251000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D98E04-FCBF-9CF0-C5BA-FEAF360E5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7" y="3742611"/>
            <a:ext cx="5410986" cy="315480"/>
          </a:xfrm>
        </p:spPr>
        <p:txBody>
          <a:bodyPr/>
          <a:lstStyle/>
          <a:p>
            <a:r>
              <a:rPr lang="pt-PT" sz="1800" dirty="0" err="1">
                <a:latin typeface="+mj-lt"/>
                <a:cs typeface="Times New Roman" panose="02020603050405020304" pitchFamily="18" charset="0"/>
              </a:rPr>
              <a:t>Big</a:t>
            </a:r>
            <a:r>
              <a:rPr lang="pt-PT" sz="1800" dirty="0">
                <a:latin typeface="+mj-lt"/>
                <a:cs typeface="Times New Roman" panose="02020603050405020304" pitchFamily="18" charset="0"/>
              </a:rPr>
              <a:t> Data </a:t>
            </a:r>
            <a:r>
              <a:rPr lang="pt-PT" sz="1800" dirty="0" err="1">
                <a:latin typeface="+mj-lt"/>
                <a:cs typeface="Times New Roman" panose="02020603050405020304" pitchFamily="18" charset="0"/>
              </a:rPr>
              <a:t>Analysis</a:t>
            </a:r>
            <a:r>
              <a:rPr lang="pt-PT" sz="1800" dirty="0">
                <a:latin typeface="+mj-lt"/>
                <a:cs typeface="Times New Roman" panose="02020603050405020304" pitchFamily="18" charset="0"/>
              </a:rPr>
              <a:t> – NOVA IMS </a:t>
            </a:r>
            <a:r>
              <a:rPr lang="pt-PT" sz="1800" dirty="0" err="1">
                <a:latin typeface="+mj-lt"/>
                <a:cs typeface="Times New Roman" panose="02020603050405020304" pitchFamily="18" charset="0"/>
              </a:rPr>
              <a:t>December</a:t>
            </a:r>
            <a:r>
              <a:rPr lang="pt-PT" sz="1800" dirty="0">
                <a:latin typeface="+mj-lt"/>
                <a:cs typeface="Times New Roman" panose="02020603050405020304" pitchFamily="18" charset="0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964200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3BD0E1-DCBD-1263-7056-C3CA5A829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87A1C-04A5-464D-9747-6D64679AA987}" type="slidenum">
              <a:rPr lang="en-PT" smtClean="0"/>
              <a:pPr/>
              <a:t>2</a:t>
            </a:fld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94828-EA2E-A307-B00D-76EF7C35A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F01ED-A553-F2DB-2BAB-28375028AC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5592" y="949315"/>
            <a:ext cx="8998671" cy="844550"/>
          </a:xfrm>
        </p:spPr>
        <p:txBody>
          <a:bodyPr/>
          <a:lstStyle/>
          <a:p>
            <a:r>
              <a:rPr lang="pt-PT" dirty="0" err="1"/>
              <a:t>Why</a:t>
            </a:r>
            <a:r>
              <a:rPr lang="pt-PT" dirty="0"/>
              <a:t> </a:t>
            </a:r>
            <a:r>
              <a:rPr lang="pt-PT" dirty="0" err="1"/>
              <a:t>Flight</a:t>
            </a:r>
            <a:r>
              <a:rPr lang="pt-PT" dirty="0"/>
              <a:t> </a:t>
            </a:r>
            <a:r>
              <a:rPr lang="pt-PT" dirty="0" err="1"/>
              <a:t>Delay</a:t>
            </a:r>
            <a:r>
              <a:rPr lang="pt-PT" dirty="0"/>
              <a:t> Management?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F60E05F-A447-B725-AF3B-01044AEF43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592" y="2007172"/>
            <a:ext cx="10384410" cy="353218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Flight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delays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create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direct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costs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(fuel,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crew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compensation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)</a:t>
            </a:r>
          </a:p>
          <a:p>
            <a:r>
              <a:rPr lang="pt-PT" sz="2000" dirty="0">
                <a:latin typeface="+mj-lt"/>
                <a:cs typeface="Times New Roman" panose="02020603050405020304" pitchFamily="18" charset="0"/>
              </a:rPr>
              <a:t>     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and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damage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customer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satisfaction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Better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delay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prediction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helps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Airlines</a:t>
            </a:r>
          </a:p>
          <a:p>
            <a:r>
              <a:rPr lang="pt-PT" sz="2000" dirty="0">
                <a:latin typeface="+mj-lt"/>
                <a:cs typeface="Times New Roman" panose="02020603050405020304" pitchFamily="18" charset="0"/>
              </a:rPr>
              <a:t>     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and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airport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optimize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operations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and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resource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allocation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>
                <a:latin typeface="+mj-lt"/>
                <a:cs typeface="Times New Roman" panose="02020603050405020304" pitchFamily="18" charset="0"/>
              </a:rPr>
              <a:t>US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domestic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flights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generate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high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-volume</a:t>
            </a:r>
          </a:p>
          <a:p>
            <a:r>
              <a:rPr lang="pt-PT" sz="2000" dirty="0">
                <a:latin typeface="+mj-lt"/>
                <a:cs typeface="Times New Roman" panose="02020603050405020304" pitchFamily="18" charset="0"/>
              </a:rPr>
              <a:t>     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high-velocity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operational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data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on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every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departure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Big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data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with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Spark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allows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us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to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learn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from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millions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of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past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flights</a:t>
            </a:r>
            <a:endParaRPr lang="pt-PT" sz="2000" dirty="0">
              <a:latin typeface="+mj-lt"/>
              <a:cs typeface="Times New Roman" panose="02020603050405020304" pitchFamily="18" charset="0"/>
            </a:endParaRPr>
          </a:p>
          <a:p>
            <a:r>
              <a:rPr lang="pt-PT" sz="2000" dirty="0">
                <a:latin typeface="+mj-lt"/>
                <a:cs typeface="Times New Roman" panose="02020603050405020304" pitchFamily="18" charset="0"/>
              </a:rPr>
              <a:t>     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not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just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a </a:t>
            </a:r>
            <a:r>
              <a:rPr lang="pt-PT" sz="2000" dirty="0" err="1">
                <a:latin typeface="+mj-lt"/>
                <a:cs typeface="Times New Roman" panose="02020603050405020304" pitchFamily="18" charset="0"/>
              </a:rPr>
              <a:t>small</a:t>
            </a:r>
            <a:r>
              <a:rPr lang="pt-PT" sz="2000" dirty="0">
                <a:latin typeface="+mj-lt"/>
                <a:cs typeface="Times New Roman" panose="02020603050405020304" pitchFamily="18" charset="0"/>
              </a:rPr>
              <a:t> sample.</a:t>
            </a:r>
          </a:p>
        </p:txBody>
      </p:sp>
    </p:spTree>
    <p:extLst>
      <p:ext uri="{BB962C8B-B14F-4D97-AF65-F5344CB8AC3E}">
        <p14:creationId xmlns:p14="http://schemas.microsoft.com/office/powerpoint/2010/main" val="319819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DD30A-262B-7804-A51A-75DB764C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EFCFEE-7C90-74B5-08C5-ED30A1D5A7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Index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2376C-7AB3-843B-55C5-9450441CCF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PT" dirty="0"/>
              <a:t>02. Data </a:t>
            </a:r>
            <a:r>
              <a:rPr lang="pt-PT" dirty="0" err="1"/>
              <a:t>Ingestion</a:t>
            </a:r>
            <a:r>
              <a:rPr lang="pt-PT" dirty="0"/>
              <a:t> &amp; </a:t>
            </a:r>
            <a:r>
              <a:rPr lang="pt-PT" dirty="0" err="1"/>
              <a:t>Feature</a:t>
            </a:r>
            <a:r>
              <a:rPr lang="pt-PT" dirty="0"/>
              <a:t> </a:t>
            </a:r>
            <a:r>
              <a:rPr lang="pt-PT" dirty="0" err="1"/>
              <a:t>Engineering</a:t>
            </a:r>
            <a:r>
              <a:rPr lang="pt-PT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41C5-9192-096F-9C39-F7E27EDA7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PT" dirty="0"/>
              <a:t>03. Data </a:t>
            </a:r>
            <a:r>
              <a:rPr lang="en-US" dirty="0"/>
              <a:t>Exploration &amp; Visualizations</a:t>
            </a:r>
          </a:p>
          <a:p>
            <a:endParaRPr lang="pt-P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8E10CE-E7FF-6942-5044-18770CA1DD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PT" dirty="0"/>
              <a:t>04. </a:t>
            </a:r>
            <a:r>
              <a:rPr lang="en-US" dirty="0"/>
              <a:t>Predicting Flight Delays With Spark ML</a:t>
            </a:r>
          </a:p>
          <a:p>
            <a:endParaRPr lang="pt-PT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13CE8C-29BB-3553-1B03-D24197AB70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36315" y="4159390"/>
            <a:ext cx="6338805" cy="275712"/>
          </a:xfrm>
        </p:spPr>
        <p:txBody>
          <a:bodyPr/>
          <a:lstStyle/>
          <a:p>
            <a:r>
              <a:rPr lang="pt-PT" dirty="0"/>
              <a:t>05. </a:t>
            </a:r>
            <a:r>
              <a:rPr lang="en-US" dirty="0"/>
              <a:t>US Flight Network &amp; Delay Propagation</a:t>
            </a:r>
          </a:p>
          <a:p>
            <a:endParaRPr lang="pt-PT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6EB548-8DBE-E15C-4E20-950709C05B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44133" y="4759361"/>
            <a:ext cx="6338805" cy="275712"/>
          </a:xfrm>
        </p:spPr>
        <p:txBody>
          <a:bodyPr/>
          <a:lstStyle/>
          <a:p>
            <a:r>
              <a:rPr lang="pt-PT" dirty="0"/>
              <a:t>0.6 </a:t>
            </a:r>
            <a:r>
              <a:rPr lang="en-US" dirty="0"/>
              <a:t>How Spark Adds Value for Management</a:t>
            </a:r>
          </a:p>
          <a:p>
            <a:endParaRPr lang="pt-P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DE81AB-25C6-F711-D7F8-7C497803675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9DBC72F-E6F9-821E-98F7-B617DAD813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3D87D2-9C08-1A63-BAEA-D8C457D3FD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471BD5-5432-53F7-AA26-466826EA9D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DA0B80-1EED-6477-0F3A-2C354C7E401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A59CAD4-B7D2-64DB-F920-ACD0546B1B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2819C0A-D241-F795-1CF7-31DE0BDFA82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PT" dirty="0"/>
              <a:t>01.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Dataset</a:t>
            </a:r>
            <a:r>
              <a:rPr lang="pt-PT" dirty="0"/>
              <a:t> </a:t>
            </a:r>
            <a:r>
              <a:rPr lang="pt-PT" dirty="0" err="1"/>
              <a:t>Through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Lens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4Vs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F1B4629-1082-5D53-6BDE-C664591A26CB}"/>
              </a:ext>
            </a:extLst>
          </p:cNvPr>
          <p:cNvCxnSpPr>
            <a:cxnSpLocks/>
          </p:cNvCxnSpPr>
          <p:nvPr/>
        </p:nvCxnSpPr>
        <p:spPr>
          <a:xfrm>
            <a:off x="4231901" y="1807184"/>
            <a:ext cx="68768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C935ECF-F38B-97B3-1618-3D249850C239}"/>
              </a:ext>
            </a:extLst>
          </p:cNvPr>
          <p:cNvCxnSpPr>
            <a:cxnSpLocks/>
          </p:cNvCxnSpPr>
          <p:nvPr/>
        </p:nvCxnSpPr>
        <p:spPr>
          <a:xfrm>
            <a:off x="4241333" y="2494359"/>
            <a:ext cx="6886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1BA1922-6ECC-3288-182E-F845CC32F951}"/>
              </a:ext>
            </a:extLst>
          </p:cNvPr>
          <p:cNvCxnSpPr>
            <a:cxnSpLocks/>
          </p:cNvCxnSpPr>
          <p:nvPr/>
        </p:nvCxnSpPr>
        <p:spPr>
          <a:xfrm>
            <a:off x="4231901" y="3168125"/>
            <a:ext cx="6891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0CD50AD-1BDC-EEA0-B2C1-6B7F9D4C6ABE}"/>
              </a:ext>
            </a:extLst>
          </p:cNvPr>
          <p:cNvCxnSpPr>
            <a:cxnSpLocks/>
          </p:cNvCxnSpPr>
          <p:nvPr/>
        </p:nvCxnSpPr>
        <p:spPr>
          <a:xfrm>
            <a:off x="4231901" y="3841890"/>
            <a:ext cx="68957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74F703E-2369-5BAB-3B45-B27F1B6BB9AF}"/>
              </a:ext>
            </a:extLst>
          </p:cNvPr>
          <p:cNvCxnSpPr>
            <a:cxnSpLocks/>
          </p:cNvCxnSpPr>
          <p:nvPr/>
        </p:nvCxnSpPr>
        <p:spPr>
          <a:xfrm>
            <a:off x="4241333" y="4515654"/>
            <a:ext cx="6881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C28CBDF-C6A0-EA9D-BED8-62617595064E}"/>
              </a:ext>
            </a:extLst>
          </p:cNvPr>
          <p:cNvCxnSpPr>
            <a:cxnSpLocks/>
          </p:cNvCxnSpPr>
          <p:nvPr/>
        </p:nvCxnSpPr>
        <p:spPr>
          <a:xfrm>
            <a:off x="4231901" y="5189417"/>
            <a:ext cx="68768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B93DF49-A23C-8489-2BFD-003B532BA8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03A3F600-FC04-E23E-E2D5-1CE03D3B0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</p:spPr>
        <p:txBody>
          <a:bodyPr/>
          <a:lstStyle/>
          <a:p>
            <a:fld id="{F5D87A1C-04A5-464D-9747-6D64679AA987}" type="slidenum">
              <a:rPr lang="en-PT" smtClean="0"/>
              <a:pPr/>
              <a:t>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820117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1D036-58A4-8EEA-CEC8-3B2C03F5F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A0979F-7515-6828-7317-4B6FE3AAC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321" y="703050"/>
            <a:ext cx="7687468" cy="1791927"/>
          </a:xfrm>
        </p:spPr>
        <p:txBody>
          <a:bodyPr/>
          <a:lstStyle/>
          <a:p>
            <a:r>
              <a:rPr lang="en-US" sz="5400" dirty="0"/>
              <a:t>01. The Dataset Through the Lens of the 4 Vs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685D48-CE35-687E-D907-7952D89EDE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5321" y="2494977"/>
            <a:ext cx="8022335" cy="32948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Flight delays create direct costs (fuel, crew, compensation) and damage customer satisfaction.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Better delay prediction helps airlines and airports optimize operations and resource allocation.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 domestic flights generate high-volume, high-velocity operational data on every departure.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Big data with Spark allows us to learn from millions of past flights, not just a small sample.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AD381-7E2B-9750-1306-8608A880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A0D66464-C8A0-4770-B432-C3F136AF0291}" type="slidenum">
              <a:rPr lang="pt-PT" smtClean="0"/>
              <a:pPr/>
              <a:t>4</a:t>
            </a:fld>
            <a:endParaRPr lang="pt-PT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BBFEE7-3FD3-28A0-B0A4-F643A96407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1315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4BDA2A-016F-50DD-D57C-B5095BFED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4497" y="3971350"/>
            <a:ext cx="7759901" cy="56664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Multi-year CSV ingestion:</a:t>
            </a:r>
            <a:r>
              <a:rPr lang="en-US" sz="2000" dirty="0"/>
              <a:t> Loaded 2017–2018 flight records into Spark </a:t>
            </a:r>
            <a:r>
              <a:rPr lang="en-US" sz="2000" dirty="0" err="1"/>
              <a:t>DataFrames</a:t>
            </a:r>
            <a:r>
              <a:rPr lang="en-US" sz="2000" dirty="0"/>
              <a:t> with unified schema.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Data cleaning:</a:t>
            </a:r>
            <a:r>
              <a:rPr lang="en-US" sz="2000" dirty="0"/>
              <a:t> Handled nulls, cancelled flights, invalid times, and inconsistent carrier codes across years.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Feature engineering:</a:t>
            </a:r>
            <a:r>
              <a:rPr lang="en-US" sz="2000" dirty="0"/>
              <a:t> Created route frequency, time-of-day, day-of-week, month, and distance features for ML.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Big-data safe:</a:t>
            </a:r>
            <a:r>
              <a:rPr lang="en-US" sz="2000" dirty="0"/>
              <a:t> All transformations use distributed Spark operations; no full-data load into memory required.</a:t>
            </a:r>
          </a:p>
          <a:p>
            <a:endParaRPr lang="pt-PT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DE6376-EF28-D7AB-2922-C5C2FE5B17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12124" y="1385741"/>
            <a:ext cx="7374574" cy="566646"/>
          </a:xfrm>
        </p:spPr>
        <p:txBody>
          <a:bodyPr/>
          <a:lstStyle/>
          <a:p>
            <a:r>
              <a:rPr lang="pt-PT" sz="5400" dirty="0"/>
              <a:t>02. </a:t>
            </a:r>
            <a:r>
              <a:rPr lang="en-US" sz="5400" dirty="0"/>
              <a:t>Data Ingestion &amp; Feature Engineering</a:t>
            </a:r>
            <a:endParaRPr lang="pt-PT" sz="54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E1CC1D-00C0-694A-BF92-51F5837BBC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E0DDC29-9C78-902F-D775-4E02E98C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698" y="6350021"/>
            <a:ext cx="575401" cy="241301"/>
          </a:xfrm>
        </p:spPr>
        <p:txBody>
          <a:bodyPr/>
          <a:lstStyle/>
          <a:p>
            <a:fld id="{F5D87A1C-04A5-464D-9747-6D64679AA987}" type="slidenum">
              <a:rPr lang="en-PT" smtClean="0"/>
              <a:pPr/>
              <a:t>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61677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A08C5-DA07-BFFF-2E22-D4DF1DA1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87A1C-04A5-464D-9747-6D64679AA987}" type="slidenum">
              <a:rPr lang="en-PT" smtClean="0"/>
              <a:pPr/>
              <a:t>6</a:t>
            </a:fld>
            <a:endParaRPr lang="en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52C876-85F6-3DA3-B400-6BA67BF81B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3B85130-2603-63DD-DC71-25B1FF8F4B6D}"/>
              </a:ext>
            </a:extLst>
          </p:cNvPr>
          <p:cNvSpPr txBox="1">
            <a:spLocks/>
          </p:cNvSpPr>
          <p:nvPr/>
        </p:nvSpPr>
        <p:spPr>
          <a:xfrm>
            <a:off x="373971" y="238754"/>
            <a:ext cx="7935043" cy="7059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4000" b="1" dirty="0">
                <a:latin typeface="+mj-lt"/>
              </a:rPr>
              <a:t>03. </a:t>
            </a:r>
            <a:r>
              <a:rPr lang="en-US" sz="4000" b="1" dirty="0">
                <a:latin typeface="+mj-lt"/>
              </a:rPr>
              <a:t>Data Exploration &amp; Visualizations</a:t>
            </a:r>
          </a:p>
          <a:p>
            <a:endParaRPr lang="pt-PT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00D73D8-4304-7974-82CB-6ED90766F9CA}"/>
              </a:ext>
            </a:extLst>
          </p:cNvPr>
          <p:cNvSpPr txBox="1">
            <a:spLocks/>
          </p:cNvSpPr>
          <p:nvPr/>
        </p:nvSpPr>
        <p:spPr>
          <a:xfrm>
            <a:off x="681609" y="1734753"/>
            <a:ext cx="5894289" cy="4059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+mj-lt"/>
              </a:rPr>
              <a:t>The summer months experience the highest average departure delays, at around 13–14 minutes. 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+mj-lt"/>
              </a:rPr>
              <a:t>JetBlue (B6), Frontier (F9), and Allegiant Air (G4) show the highest average delays among carriers. 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+mj-lt"/>
              </a:rPr>
              <a:t>Youngstown–Warren (YNG), Northeast Florida (UST), and McKinney (TKI) airports have the most delayed departures. 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+mj-lt"/>
              </a:rPr>
              <a:t>Southwest Oregon (OTH), YNG, and UST airports have the highest arrival delays. 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+mj-lt"/>
              </a:rPr>
              <a:t>Diversions are relatively rare, but indicate operational or weather issues that affect reliability.</a:t>
            </a:r>
            <a:endParaRPr lang="fa-IR" sz="1600" dirty="0">
              <a:latin typeface="+mj-lt"/>
            </a:endParaRP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US" sz="1600" dirty="0">
                <a:latin typeface="+mj-lt"/>
              </a:rPr>
              <a:t>Late Aircraft, Carrier, and National Airspace System are the most reported delay causes in 2017-2018.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C38FC2-4BA2-C54A-9D82-2921C003F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899" y="944683"/>
            <a:ext cx="5616102" cy="541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06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93CC8-0FA1-16BF-C3B2-52C0DBC11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6BE07-C74C-FB43-9568-5ADDD812D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07107" y="3723190"/>
            <a:ext cx="7232000" cy="52189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Defined the business question: </a:t>
            </a:r>
            <a:r>
              <a:rPr lang="en-US" sz="2000" i="1" dirty="0"/>
              <a:t>“Given a planned flight, what is the risk it will be delayed?”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Built Spark ML pipelines to encode categorical variables and assemble features at scale.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Trained classification models to predict delay versus on–time arrival on large historical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Evaluated models using Spark metrics (e.g., accuracy, AUC) to ensure robust performance.</a:t>
            </a:r>
          </a:p>
          <a:p>
            <a:endParaRPr lang="pt-P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51544-01A9-9462-CEB0-E396356620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07107" y="1472835"/>
            <a:ext cx="7967291" cy="667308"/>
          </a:xfrm>
        </p:spPr>
        <p:txBody>
          <a:bodyPr/>
          <a:lstStyle/>
          <a:p>
            <a:r>
              <a:rPr lang="pt-PT" sz="5400" dirty="0"/>
              <a:t>04. </a:t>
            </a:r>
            <a:r>
              <a:rPr lang="en-US" sz="5400" dirty="0"/>
              <a:t>Predicting Flight Delays With Spark ML</a:t>
            </a:r>
          </a:p>
          <a:p>
            <a:endParaRPr lang="pt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3231E-169A-9CC9-4DE8-CE6D09B94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C5506F78-2000-37DB-96BF-D899E9B5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87A1C-04A5-464D-9747-6D64679AA987}" type="slidenum">
              <a:rPr lang="en-PT" smtClean="0"/>
              <a:pPr/>
              <a:t>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496965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4CEEF-FC3E-4D67-5C27-4915889B5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5CF9BDC-66AB-FD07-1D92-CD9E6887A92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l="6630" r="6630"/>
          <a:stretch>
            <a:fillRect/>
          </a:stretch>
        </p:blipFill>
        <p:spPr>
          <a:xfrm>
            <a:off x="6311900" y="-1"/>
            <a:ext cx="5880099" cy="597305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EB6798-D3FC-AA90-D95D-4B303387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A0D66464-C8A0-4770-B432-C3F136AF0291}" type="slidenum">
              <a:rPr lang="pt-PT" smtClean="0"/>
              <a:pPr/>
              <a:t>8</a:t>
            </a:fld>
            <a:endParaRPr lang="pt-PT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64085A-286B-0D92-9798-DA1697427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A10A56D-F349-899E-CE27-E47BB7C6E2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" y="2033143"/>
            <a:ext cx="5486400" cy="481012"/>
          </a:xfrm>
        </p:spPr>
        <p:txBody>
          <a:bodyPr/>
          <a:lstStyle/>
          <a:p>
            <a:r>
              <a:rPr lang="pt-PT" dirty="0"/>
              <a:t>05. </a:t>
            </a:r>
            <a:r>
              <a:rPr lang="en-US" dirty="0"/>
              <a:t>US Flight Network &amp; Delay Propagation</a:t>
            </a:r>
          </a:p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C202647-4F3F-91DD-6BB6-A91484562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0887" y="2302989"/>
            <a:ext cx="4811182" cy="71234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+mj-lt"/>
              </a:rPr>
              <a:t>Scale:</a:t>
            </a:r>
            <a:r>
              <a:rPr lang="en-US" sz="2000" dirty="0">
                <a:latin typeface="+mj-lt"/>
              </a:rPr>
              <a:t> 346 airports, 559K flight edges — fully interconnected national system.</a:t>
            </a:r>
          </a:p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51C573E-24BA-7DF2-8CE9-7A708AC62B6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887" y="2985808"/>
            <a:ext cx="4481244" cy="90242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+mj-lt"/>
              </a:rPr>
              <a:t>Critical hubs (PageRank):</a:t>
            </a:r>
            <a:r>
              <a:rPr lang="en-US" sz="2000" dirty="0">
                <a:latin typeface="+mj-lt"/>
              </a:rPr>
              <a:t> ATL (17.3), ORD (16.2), DFW (14.4), DEN (12.1), CLT (10.8) drive network traffic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0446C2B-A63E-1B9B-E68F-FD007E2C699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0888" y="3970333"/>
            <a:ext cx="4969213" cy="71234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+mj-lt"/>
              </a:rPr>
              <a:t>Delay concentration:</a:t>
            </a:r>
            <a:r>
              <a:rPr lang="en-US" sz="2000" dirty="0">
                <a:latin typeface="+mj-lt"/>
              </a:rPr>
              <a:t> 88,968 delayed flights (16%); ORD, DFW show highest cascading risk via incoming delays.</a:t>
            </a:r>
          </a:p>
          <a:p>
            <a:endParaRPr lang="en-US" dirty="0"/>
          </a:p>
        </p:txBody>
      </p:sp>
      <p:pic>
        <p:nvPicPr>
          <p:cNvPr id="18" name="Picture 1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5613B6D-3E19-4F1A-4CC2-27D5BB41FC22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45" y="2319040"/>
            <a:ext cx="249991" cy="249991"/>
          </a:xfrm>
          <a:prstGeom prst="rect">
            <a:avLst/>
          </a:prstGeom>
        </p:spPr>
      </p:pic>
      <p:pic>
        <p:nvPicPr>
          <p:cNvPr id="19" name="Picture 1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0614024-8C70-4D09-907F-5EA008CE8180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55" y="3006492"/>
            <a:ext cx="249991" cy="249991"/>
          </a:xfrm>
          <a:prstGeom prst="rect">
            <a:avLst/>
          </a:prstGeom>
        </p:spPr>
      </p:pic>
      <p:pic>
        <p:nvPicPr>
          <p:cNvPr id="20" name="Picture 1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EB68ABF-BA2E-BD27-C610-32201C7A7445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55" y="4019947"/>
            <a:ext cx="249991" cy="249991"/>
          </a:xfrm>
          <a:prstGeom prst="rect">
            <a:avLst/>
          </a:prstGeom>
        </p:spPr>
      </p:pic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A0651C3-FECA-F573-4220-C98F693FB44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92" y="5033402"/>
            <a:ext cx="249991" cy="249991"/>
          </a:xfrm>
          <a:prstGeom prst="rect">
            <a:avLst/>
          </a:prstGeom>
        </p:spPr>
      </p:pic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BB9CDC3D-93F4-38F4-A494-D1521BB07BF7}"/>
              </a:ext>
            </a:extLst>
          </p:cNvPr>
          <p:cNvSpPr txBox="1">
            <a:spLocks/>
          </p:cNvSpPr>
          <p:nvPr/>
        </p:nvSpPr>
        <p:spPr>
          <a:xfrm>
            <a:off x="910887" y="4988242"/>
            <a:ext cx="4655766" cy="71234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dirty="0">
                <a:latin typeface="+mj-lt"/>
              </a:rPr>
              <a:t>Single community:</a:t>
            </a:r>
            <a:r>
              <a:rPr lang="en-US" sz="2000" dirty="0">
                <a:latin typeface="+mj-lt"/>
              </a:rPr>
              <a:t> Label propagation reveals one interconnected cluster — delays ripple network-wide.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851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4EBE3-21CF-B6B8-94BC-29AC6388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E4EA989-F325-A33E-CAD8-DB370D68B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808" y="466345"/>
            <a:ext cx="7574691" cy="2131324"/>
          </a:xfrm>
        </p:spPr>
        <p:txBody>
          <a:bodyPr/>
          <a:lstStyle/>
          <a:p>
            <a:r>
              <a:rPr lang="en-US" sz="5400" dirty="0"/>
              <a:t>06. How Spark Adds Value for Management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FF1A2-B23F-1C99-AF57-4C8B6ACEE5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31335" y="2432929"/>
            <a:ext cx="6385559" cy="32948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Scales from sample analysis to millions of flights without changing the business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Unifies data engineering, exploratory analysis, machine learning and graph analytics in one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Enables near real–time dashboards and alerts when integrated with streaming data 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Transforms raw operational data into concrete decisions: scheduling, staffing and route planning.</a:t>
            </a:r>
          </a:p>
          <a:p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33A988-0C6E-9E48-55B7-4C379293D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A0D66464-C8A0-4770-B432-C3F136AF0291}" type="slidenum">
              <a:rPr lang="pt-PT" smtClean="0"/>
              <a:pPr/>
              <a:t>9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E665F3-314E-0EA4-C635-13CE27D652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0319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F251A-276B-40A6-4183-99C570CF7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FD71C-4A66-55B5-1295-8D528118E2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31735" y="3429000"/>
            <a:ext cx="4517137" cy="976313"/>
          </a:xfrm>
        </p:spPr>
        <p:txBody>
          <a:bodyPr/>
          <a:lstStyle/>
          <a:p>
            <a:r>
              <a:rPr lang="pt-PT" sz="6000" dirty="0" err="1"/>
              <a:t>Obirigado</a:t>
            </a:r>
            <a:r>
              <a:rPr lang="pt-PT" sz="6000" dirty="0"/>
              <a:t>/a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D391E79-8943-F3A7-1EA9-94036EAC9D93}"/>
              </a:ext>
            </a:extLst>
          </p:cNvPr>
          <p:cNvSpPr txBox="1">
            <a:spLocks/>
          </p:cNvSpPr>
          <p:nvPr/>
        </p:nvSpPr>
        <p:spPr>
          <a:xfrm>
            <a:off x="632103" y="1500205"/>
            <a:ext cx="6264807" cy="69546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8000" b="0" kern="1200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Conclusion &amp; Next Steps</a:t>
            </a:r>
          </a:p>
          <a:p>
            <a:endParaRPr lang="pt-PT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F4C13-8A65-574D-D027-9D90C52A5480}"/>
              </a:ext>
            </a:extLst>
          </p:cNvPr>
          <p:cNvSpPr txBox="1"/>
          <p:nvPr/>
        </p:nvSpPr>
        <p:spPr>
          <a:xfrm>
            <a:off x="503683" y="2195668"/>
            <a:ext cx="53027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Our </a:t>
            </a:r>
            <a:r>
              <a:rPr lang="en-US" dirty="0">
                <a:latin typeface="+mj-lt"/>
              </a:rPr>
              <a:t>Spark–based analysis demonstrates how big data on US flights can be leveraged to generate actionable predictions and network insights for effective </a:t>
            </a:r>
            <a:r>
              <a:rPr lang="en-US" b="0" i="0" dirty="0">
                <a:effectLst/>
                <a:latin typeface="+mj-lt"/>
              </a:rPr>
              <a:t>delay management.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Next steps include integrating live flight feeds, refining models for specific airlines or hubs, and deploying dashboards so managers can monitor delay risk in real time.</a:t>
            </a:r>
          </a:p>
        </p:txBody>
      </p:sp>
    </p:spTree>
    <p:extLst>
      <p:ext uri="{BB962C8B-B14F-4D97-AF65-F5344CB8AC3E}">
        <p14:creationId xmlns:p14="http://schemas.microsoft.com/office/powerpoint/2010/main" val="3960113633"/>
      </p:ext>
    </p:extLst>
  </p:cSld>
  <p:clrMapOvr>
    <a:masterClrMapping/>
  </p:clrMapOvr>
</p:sld>
</file>

<file path=ppt/theme/theme1.xml><?xml version="1.0" encoding="utf-8"?>
<a:theme xmlns:a="http://schemas.openxmlformats.org/drawingml/2006/main" name="NOVA IMS">
  <a:themeElements>
    <a:clrScheme name="NOVA IM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EE071"/>
      </a:accent1>
      <a:accent2>
        <a:srgbClr val="3777FF"/>
      </a:accent2>
      <a:accent3>
        <a:srgbClr val="FF009C"/>
      </a:accent3>
      <a:accent4>
        <a:srgbClr val="F6DA00"/>
      </a:accent4>
      <a:accent5>
        <a:srgbClr val="FF4011"/>
      </a:accent5>
      <a:accent6>
        <a:srgbClr val="000000"/>
      </a:accent6>
      <a:hlink>
        <a:srgbClr val="3777FF"/>
      </a:hlink>
      <a:folHlink>
        <a:srgbClr val="0EE071"/>
      </a:folHlink>
    </a:clrScheme>
    <a:fontScheme name="NOVA IMS">
      <a:majorFont>
        <a:latin typeface="Bor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3475f6-0d20-4af7-ba22-37bc1c7a4faf">
      <Terms xmlns="http://schemas.microsoft.com/office/infopath/2007/PartnerControls"/>
    </lcf76f155ced4ddcb4097134ff3c332f>
    <Summary xmlns="503475f6-0d20-4af7-ba22-37bc1c7a4faf" xsi:nil="true"/>
    <TaxCatchAll xmlns="b5243bc8-e64d-4d49-84ee-27978448ff4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C37A7D2B668649B6B9A1B2F5BBB841" ma:contentTypeVersion="16" ma:contentTypeDescription="Create a new document." ma:contentTypeScope="" ma:versionID="846b18ace0ac8653b9aa92b91a64f888">
  <xsd:schema xmlns:xsd="http://www.w3.org/2001/XMLSchema" xmlns:xs="http://www.w3.org/2001/XMLSchema" xmlns:p="http://schemas.microsoft.com/office/2006/metadata/properties" xmlns:ns2="b5243bc8-e64d-4d49-84ee-27978448ff4e" xmlns:ns3="503475f6-0d20-4af7-ba22-37bc1c7a4faf" targetNamespace="http://schemas.microsoft.com/office/2006/metadata/properties" ma:root="true" ma:fieldsID="c4bd9c12827513b96dea17a1aab8edf0" ns2:_="" ns3:_="">
    <xsd:import namespace="b5243bc8-e64d-4d49-84ee-27978448ff4e"/>
    <xsd:import namespace="503475f6-0d20-4af7-ba22-37bc1c7a4fa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Summary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243bc8-e64d-4d49-84ee-27978448ff4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27444a6e-80b8-48bf-b962-b33cf6f9c4d3}" ma:internalName="TaxCatchAll" ma:showField="CatchAllData" ma:web="b5243bc8-e64d-4d49-84ee-27978448ff4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475f6-0d20-4af7-ba22-37bc1c7a4f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Summary" ma:index="14" nillable="true" ma:displayName="Summary" ma:description="teste" ma:format="Dropdown" ma:internalName="Summary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292e482-86e9-4fa8-8354-8feae1b4f4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73B4AF-DACD-4C8C-BD17-C34067DB0347}">
  <ds:schemaRefs>
    <ds:schemaRef ds:uri="http://schemas.openxmlformats.org/package/2006/metadata/core-properties"/>
    <ds:schemaRef ds:uri="b5243bc8-e64d-4d49-84ee-27978448ff4e"/>
    <ds:schemaRef ds:uri="http://purl.org/dc/terms/"/>
    <ds:schemaRef ds:uri="http://www.w3.org/XML/1998/namespace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503475f6-0d20-4af7-ba22-37bc1c7a4faf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65082D2-3A5F-43BF-B18E-FD73DF5F1B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243bc8-e64d-4d49-84ee-27978448ff4e"/>
    <ds:schemaRef ds:uri="503475f6-0d20-4af7-ba22-37bc1c7a4f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5946E4-6FA6-470F-9424-C2D5664A153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720</Words>
  <Application>Microsoft Office PowerPoint</Application>
  <PresentationFormat>Widescreen</PresentationFormat>
  <Paragraphs>67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Borna</vt:lpstr>
      <vt:lpstr>NOVA IMS</vt:lpstr>
      <vt:lpstr>PowerPoint Presentation</vt:lpstr>
      <vt:lpstr>PowerPoint Presentation</vt:lpstr>
      <vt:lpstr>PowerPoint Presentation</vt:lpstr>
      <vt:lpstr>01. The Dataset Through the Lens of the 4 Vs </vt:lpstr>
      <vt:lpstr>PowerPoint Presentation</vt:lpstr>
      <vt:lpstr>PowerPoint Presentation</vt:lpstr>
      <vt:lpstr>PowerPoint Presentation</vt:lpstr>
      <vt:lpstr>PowerPoint Presentation</vt:lpstr>
      <vt:lpstr>06. How Spark Adds Value for Management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Inês Pais</dc:creator>
  <cp:lastModifiedBy>Atila Soleimanian</cp:lastModifiedBy>
  <cp:revision>6</cp:revision>
  <dcterms:created xsi:type="dcterms:W3CDTF">2025-07-10T10:57:11Z</dcterms:created>
  <dcterms:modified xsi:type="dcterms:W3CDTF">2025-12-11T19:20:26Z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0x010100BAC37A7D2B668649B6B9A1B2F5BBB841</vt:lpwstr>
  </property>
</Properties>
</file>